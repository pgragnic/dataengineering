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280160"/>
            <a:ext cx="9966960" cy="438912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554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6EE7B7"/>
                </a:solidFill>
              </a:rPr>
              <a:t>UC 28 — Inspection Augmentée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BD5E1"/>
                </a:solidFill>
              </a:rPr>
              <a:t>Architecture Technique · Pipeline 3 Agents Claude · Stack Full-Stack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3108960"/>
            <a:ext cx="1645920" cy="320040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React 18 +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3108960"/>
            <a:ext cx="1645920" cy="320040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Flask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108960"/>
            <a:ext cx="16459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Claude Sonnet 4.6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3108960"/>
            <a:ext cx="164592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RAG ISO 9001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3108960"/>
            <a:ext cx="1645920" cy="3200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python-docx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657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Démonstrateur Hackathon Bureau Veritas / APAVE · Mai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09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0B981"/>
                </a:solidFill>
              </a:rPr>
              <a:t>BV·INSPECT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EE7B7"/>
                </a:solidFill>
              </a:rPr>
              <a:t>Vue d'ensemble — Architecture 3 couches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PWA mobile-first → API REST Flask → LLM Claude + RAG ChromaDB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14400"/>
            <a:ext cx="11795760" cy="1417320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BD5E1"/>
                </a:solidFill>
              </a:rPr>
              <a:t>COUCHE PRÉSENTATION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2560320"/>
            <a:ext cx="11795760" cy="1417320"/>
          </a:xfrm>
          <a:prstGeom prst="rect">
            <a:avLst/>
          </a:prstGeom>
          <a:solidFill>
            <a:srgbClr val="0E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BD5E1"/>
                </a:solidFill>
              </a:rPr>
              <a:t>COUCHE MÉTIER /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4206240"/>
            <a:ext cx="11795760" cy="1417320"/>
          </a:xfrm>
          <a:prstGeom prst="rect">
            <a:avLst/>
          </a:prstGeom>
          <a:solidFill>
            <a:srgbClr val="08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251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BD5E1"/>
                </a:solidFill>
              </a:rPr>
              <a:t>COUCHE IA + DONNÉES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051560"/>
            <a:ext cx="2103120" cy="502920"/>
          </a:xfrm>
          <a:prstGeom prst="rect">
            <a:avLst/>
          </a:prstGeom>
          <a:solidFill>
            <a:srgbClr val="13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Home
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819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Audits du jour · KPIs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1051560"/>
            <a:ext cx="2103120" cy="502920"/>
          </a:xfrm>
          <a:prstGeom prst="rect">
            <a:avLst/>
          </a:prstGeom>
          <a:solidFill>
            <a:srgbClr val="13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Brief
Préparation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5819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Checklist + historique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1051560"/>
            <a:ext cx="2103120" cy="502920"/>
          </a:xfrm>
          <a:prstGeom prst="rect">
            <a:avLst/>
          </a:prstGeom>
          <a:solidFill>
            <a:srgbClr val="13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Capture
Constat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5819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Voix → classification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1051560"/>
            <a:ext cx="2103120" cy="502920"/>
          </a:xfrm>
          <a:prstGeom prst="rect">
            <a:avLst/>
          </a:prstGeom>
          <a:solidFill>
            <a:srgbClr val="13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Report
Restitution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58191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DOCX preview · envoi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10515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React 18 · Vite · react-router-dom · TanStack Query · Framer Motion · Tailwind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331720"/>
            <a:ext cx="54864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0" y="2331720"/>
            <a:ext cx="54864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331720"/>
            <a:ext cx="54864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95360" y="2331720"/>
            <a:ext cx="54864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697480"/>
            <a:ext cx="2103120" cy="411480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/api/dashboard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136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KPIs · Audits today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2697480"/>
            <a:ext cx="2103120" cy="411480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/api/inspections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136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CRUD · checklist POST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2697480"/>
            <a:ext cx="2103120" cy="411480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/api/constats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136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classify · uploads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80960" y="2697480"/>
            <a:ext cx="2103120" cy="411480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/api/report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31363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BD5E1"/>
                </a:solidFill>
              </a:rPr>
              <a:t>generate · .docx DL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6974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Flask 3 · CORS · JSON datastore (db.json) · python-dotenv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3977639"/>
            <a:ext cx="54864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0" y="3977639"/>
            <a:ext cx="54864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3977639"/>
            <a:ext cx="54864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95360" y="3977639"/>
            <a:ext cx="54864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343400"/>
            <a:ext cx="205740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Agent 1
Préparation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4343400"/>
            <a:ext cx="205740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Agent 2
Capture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0" y="4343400"/>
            <a:ext cx="2057400" cy="594360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Agent 3
Restitution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4343400"/>
            <a:ext cx="2057400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RAG
ISO 9001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66960" y="4343400"/>
            <a:ext cx="2057400" cy="5943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db.json
Storage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507492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Claude Sonnet 4.6 · Anthropic SDK · ChromaDB / keyword fallback · python-docx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EE7B7"/>
                </a:solidFill>
              </a:rPr>
              <a:t>Pipeline 3 Agents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Chaque agent : system prompt métier + RAG context + JSON output strict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566160" cy="539496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3566160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Agent 1
PRÉPARATION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3619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BD5E1"/>
                </a:solidFill>
              </a:rPr>
              <a:t>app/agents/preparation.py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830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▶ POST /api/inspections/{id}/checklist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84832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28600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· client_name, site_name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46888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· referential (ex: ISO 9001)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65176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· scope (périmètre)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83464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· RAG: 5 chunks normatifs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3063240"/>
            <a:ext cx="3383280" cy="256032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10B981"/>
                </a:solidFill>
              </a:rPr>
              <a:t>claude-sonnet-4-6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410712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E7B7"/>
                </a:solidFill>
              </a:rPr>
              <a:t>OUTPUT (JSON strict)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62102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JSON: sections[]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80390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id, title, points[]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98678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16966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expected_evidence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35254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norm_reference §X.X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59893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max_tokens: 3 000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914400"/>
            <a:ext cx="3566160" cy="539496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914400"/>
            <a:ext cx="356616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Agent 2
CAPTURE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153619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BD5E1"/>
                </a:solidFill>
              </a:rPr>
              <a:t>app/agents/capture.py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24528" y="17830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▶ POST /api/inspections/{id}/constats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24528" y="2084832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INPUT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228600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· raw_text (voix transcrite)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246888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· scope, referential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265176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· checklist_point (optionnel)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4528" y="283464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· RAG: 3 chunks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8" y="301752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· photo base64 (optionnel)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4528" y="3246120"/>
            <a:ext cx="3383280" cy="256032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10B981"/>
                </a:solidFill>
              </a:rPr>
              <a:t>claude-sonnet-4-6 + vision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3593592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E7B7"/>
                </a:solidFill>
              </a:rPr>
              <a:t>OUTPUT (JSON strict)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4528" y="380390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JSON: reformulated_text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4528" y="398678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classification: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24528" y="416966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conforme | observation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435254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nc_mineure | nc_majeure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24528" y="453542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norm_reference §X.X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471830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suggested_action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24528" y="59893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max_tokens: 1 500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79" y="914400"/>
            <a:ext cx="3566160" cy="539496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55279" y="914400"/>
            <a:ext cx="3566160" cy="594360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Agent 3
RESTITUTION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153619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BD5E1"/>
                </a:solidFill>
              </a:rPr>
              <a:t>app/agents/restitution.py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5007" y="178308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▶ POST /api/inspections/{id}/report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65007" y="2084832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INPUT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5007" y="228600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· inspection metadata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65007" y="246888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· checklist_json complète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65007" y="265176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· tous les constats[]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65007" y="2834640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· classifications + actions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65007" y="3063240"/>
            <a:ext cx="3383280" cy="256032"/>
          </a:xfrm>
          <a:prstGeom prst="rect">
            <a:avLst/>
          </a:prstGeom>
          <a:solidFill>
            <a:srgbClr val="0F2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10B981"/>
                </a:solidFill>
              </a:rPr>
              <a:t>claude-sonnet-4-6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65007" y="3410712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EE7B7"/>
                </a:solidFill>
              </a:rPr>
              <a:t>OUTPUT (JSON strict)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65007" y="362102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JSON: executive_summary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65007" y="380390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conformity_summary {}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65007" y="398678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sections[].findings[]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65007" y="416966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action_plan[] P1/P2/P3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65007" y="435254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    next_audit_recommendation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65007" y="598932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max_tokens: 3 000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40480" y="3291840"/>
            <a:ext cx="274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69080" y="32004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▶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80960" y="3291840"/>
            <a:ext cx="274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09560" y="3200400"/>
            <a:ext cx="18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EE7B7"/>
                </a:solidFill>
              </a:rPr>
              <a:t>Système RAG — Retrieval-Augmented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app/rag/retrieve.py · Corpus ISO 9001 §4 à §10 · Fallback keyword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291840" cy="256032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875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</a:rPr>
              <a:t>Corpus ISO 9001 (7 fichiers Markdown)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6187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§4 — Contexte de l'organisme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46304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§5 —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6420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§6 — Planification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65376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§7 — Support (ressources, compétences, docs)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066544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§8 — Réalisation opérationnelle (achats §8.4)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267712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§9 — Évaluation des performances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4688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§10 — Amélioration continue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52044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backend/corpus/iso9001/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914400"/>
            <a:ext cx="3931920" cy="274320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8" y="960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EE7B7"/>
                </a:solidFill>
              </a:rPr>
              <a:t>retrieve_norm_context(query, k=3)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10058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ChromaDB disponible 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13716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OUI → embedding SentenceTransformer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16002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    all-MiniLM-L6-v2 (local)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24528" y="182880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    cosine similarity → top-k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21488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C2626"/>
                </a:solidFill>
              </a:rPr>
              <a:t>NON → Keyword Search (fallback)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23774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    split(query) → count hits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26060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    score = hits / nb_mots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749039"/>
            <a:ext cx="3931920" cy="1463040"/>
          </a:xfrm>
          <a:prstGeom prst="rect">
            <a:avLst/>
          </a:prstGeom>
          <a:solidFill>
            <a:srgbClr val="08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24528" y="379476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Chunk retourné (dict)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04164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EE7B7"/>
                </a:solidFill>
              </a:rPr>
              <a:t>{ "section": "§8.4.3",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427024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EE7B7"/>
                </a:solidFill>
              </a:rPr>
              <a:t>  "excerpt": "L'organisme doit…",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449884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EE7B7"/>
                </a:solidFill>
              </a:rPr>
              <a:t>  "score": 0.88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1031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5360" y="914400"/>
            <a:ext cx="3383280" cy="274320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05088" y="987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</a:rPr>
              <a:t>Injection dans le prompt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5088" y="126187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Agent 1 → k=5 chunks (scope checklist)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05088" y="146304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Agent 2 → k=3 chunks (constat terrain)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8" y="16642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Injecté dans user_content[]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18653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Format: "[§X.X] {excerpt}"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206654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Affiché en UI : RagTransparency.tsx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05088" y="226771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ScoreChip : vert ≥0.85, orange ≥0.70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349240"/>
            <a:ext cx="11612880" cy="365760"/>
          </a:xfrm>
          <a:prstGeom prst="rect">
            <a:avLst/>
          </a:prstGeom>
          <a:solidFill>
            <a:srgbClr val="08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537667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ℹ  ChromaDB optionnel (non installé par défaut) — le keyword search suffit pour la démo · Pour activer : pip install chromadb sentence-transformers &amp;&amp; python -m app.rag.ingest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EE7B7"/>
                </a:solidFill>
              </a:rPr>
              <a:t>Stack Technique Détaillée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Frontend · Backend · LLM · RAG · Génération documentaire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2103120" cy="320040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" y="12984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React 18.3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14996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Vite 5 + SWC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17007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TypeScript 5.4 strict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90195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react-router-dom v6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" y="21031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TanStack Query v5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23042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Framer Motion v11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250545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Tailwind CSS 3.4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270662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Axios 1.7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29077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h-dvh / w-dvw (mobile)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" y="31089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Web Speech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" y="331012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PWA manifest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80" y="914400"/>
            <a:ext cx="2103120" cy="320040"/>
          </a:xfrm>
          <a:prstGeom prst="rect">
            <a:avLst/>
          </a:prstGeom>
          <a:solidFill>
            <a:srgbClr val="1A5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12984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Flask 3.0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14996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flask-cors 4.0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17007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pydantic-settings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2032" y="190195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python-dotenv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21031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JSON datastore (db.json)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23042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uuid4 IDs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250545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multipart upload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42032" y="270662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PATCH /inspections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2032" y="29077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POST /dev/reset-demo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2032" y="31089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POST /dev/replay/{n}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09160" y="914400"/>
            <a:ext cx="210312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LLM / 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12984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anthropic SDK 0.40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14996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claude-sonnet-4-6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17007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Messages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190195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System prompt métier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82312" y="21031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JSON output strict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82312" y="23042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Vision (photo base64)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2312" y="250545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max_tokens adaptatif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82312" y="270662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Fences ```json tolérés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2312" y="290779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call_claude_json()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49440" y="914400"/>
            <a:ext cx="210312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RAG / CORPUS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22592" y="12984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ChromaDB (optionnel)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14996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sentence-transformers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22592" y="17007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all-MiniLM-L6-v2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22592" y="190195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Keyword search fallback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22592" y="21031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7 fichiers Markdown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22592" y="23042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§4 → §10 ISO 9001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22592" y="250545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score cosine/keyword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22592" y="270662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retrieve_norm_context()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9720" y="914400"/>
            <a:ext cx="2103120" cy="32004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</a:rPr>
              <a:t>OUTILLAGE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62872" y="12984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python-docx 1.1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62872" y="149961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RGBColor NC (rouge/orange)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62872" y="170078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Table conformité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62872" y="190195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Plan d'action P1/P2/P3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62872" y="21031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Footer auditeur + date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62872" y="230428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DOCX bytes → send_file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2872" y="250545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git (Conventional Commits)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62872" y="270662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· Vite alias @/ → racine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EE7B7"/>
                </a:solidFill>
              </a:rPr>
              <a:t>Composants Frontend — Architecture 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src/pages/ · components/ · lib/ · styles/ — Vite alias @/ = racine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1440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PAGES (src/pages/)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2743200" cy="160020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34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</a:rPr>
              <a:t>Home.tsx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5087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BD5E1"/>
                </a:solidFill>
              </a:rPr>
              <a:t>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373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KpiCard ×4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3852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AuditCard (is_next → Démarrer)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1396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RECURRENCES sidebar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34086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getAuditsToday() · getDashboardKpis()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8" y="1188720"/>
            <a:ext cx="2743200" cy="160020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234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</a:rPr>
              <a:t>Brief.tsx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5087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BD5E1"/>
                </a:solidFill>
              </a:rPr>
              <a:t>/inspection/:id/brief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17373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Brief client (SIRET, scope)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0128" y="193852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Checklist Agent 1 (motion)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21396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Audits précédents ×3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34086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Point d'attention (NC récurrente)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08776" y="1188720"/>
            <a:ext cx="2743200" cy="160020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1234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</a:rPr>
              <a:t>Capture.tsx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216" y="15087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BD5E1"/>
                </a:solidFill>
              </a:rPr>
              <a:t>/inspection/:id/capture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17373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ChecklistView (3/12)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193852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VoiceCapture + canvas waveform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21396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Résultat classification (NCBadge)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234086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Footer : stats + elapsed timer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98864" y="1188720"/>
            <a:ext cx="2743200" cy="160020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1234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EE7B7"/>
                </a:solidFill>
              </a:rPr>
              <a:t>Report.tsx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15087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BD5E1"/>
                </a:solidFill>
              </a:rPr>
              <a:t>/inspection/:id/report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173736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Synthèse conformité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193852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DOCX preview (constats)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0304" y="21396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Form envoi (À, CC, Objet)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0304" y="234086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Bouton send → navigate 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292608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7A7B"/>
                </a:solidFill>
              </a:rPr>
              <a:t>COMPOSANTS RÉUTILISABLES (components/)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200400"/>
            <a:ext cx="2743200" cy="1280160"/>
          </a:xfrm>
          <a:prstGeom prst="rect">
            <a:avLst/>
          </a:prstGeom>
          <a:solidFill>
            <a:srgbClr val="08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246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7A7B"/>
                </a:solidFill>
              </a:rPr>
              <a:t>HeaderBar.tsx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349300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variant: dashboard|brief|capture|report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369417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ElapsedTimer (MM:SS depuis started_at)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389534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select referentiel (variant=capture)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18688" y="3200400"/>
            <a:ext cx="2743200" cy="1280160"/>
          </a:xfrm>
          <a:prstGeom prst="rect">
            <a:avLst/>
          </a:prstGeom>
          <a:solidFill>
            <a:srgbClr val="08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10128" y="3246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7A7B"/>
                </a:solidFill>
              </a:rPr>
              <a:t>ChecklistView.tsx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10128" y="349300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Sections expandables (S1 ouvert par défaut)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0128" y="369417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PointMarker ✓/◐/○ (validé/actif/libre)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0128" y="389534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onSelectPoint → activePointId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08776" y="3200400"/>
            <a:ext cx="2743200" cy="1280160"/>
          </a:xfrm>
          <a:prstGeom prst="rect">
            <a:avLst/>
          </a:prstGeom>
          <a:solidFill>
            <a:srgbClr val="08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0216" y="3246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7A7B"/>
                </a:solidFill>
              </a:rPr>
              <a:t>VoiceCapture.tsx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0216" y="349300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SpeechRecognition (fr-FR, continuous)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0216" y="369417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Canvas waveform (AudioContext FFT)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0216" y="389534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Fallback clavier touche 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98864" y="3200400"/>
            <a:ext cx="2743200" cy="1280160"/>
          </a:xfrm>
          <a:prstGeom prst="rect">
            <a:avLst/>
          </a:prstGeom>
          <a:solidFill>
            <a:srgbClr val="08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90304" y="3246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7A7B"/>
                </a:solidFill>
              </a:rPr>
              <a:t>NCBadge.tsx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0304" y="349300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4 niveaux : nc_majeure/mineure/obs/conf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90304" y="369417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Couleurs : rouge/orange/teal/vert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4572000"/>
            <a:ext cx="2743200" cy="1280160"/>
          </a:xfrm>
          <a:prstGeom prst="rect">
            <a:avLst/>
          </a:prstGeom>
          <a:solidFill>
            <a:srgbClr val="08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46177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7A7B"/>
                </a:solidFill>
              </a:rPr>
              <a:t>RagTransparency.tsx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486460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3 chunks en grille (motion animate)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506577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ScoreChip coloré (≥0.85/≥0.70/autre)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" y="526694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Skeleton pulse pendant processing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18688" y="4572000"/>
            <a:ext cx="2743200" cy="1280160"/>
          </a:xfrm>
          <a:prstGeom prst="rect">
            <a:avLst/>
          </a:prstGeom>
          <a:solidFill>
            <a:srgbClr val="08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10128" y="46177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7A7B"/>
                </a:solidFill>
              </a:rPr>
              <a:t>PhotoCapture.tsx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10128" y="486460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input file capture=environment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0128" y="506577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uploadPhoto() → FormData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10128" y="526694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preview URL.createObjectURL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08776" y="4572000"/>
            <a:ext cx="2743200" cy="1280160"/>
          </a:xfrm>
          <a:prstGeom prst="rect">
            <a:avLst/>
          </a:prstGeom>
          <a:solidFill>
            <a:srgbClr val="08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0216" y="46177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7A7B"/>
                </a:solidFill>
              </a:rPr>
              <a:t>ConstatCard.tsx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0216" y="486460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border-l-4 couleur classification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0216" y="506577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NCBadge + norm_reference + 📷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0216" y="526694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· line-clamp-2 reformulated_text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617220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lib/api.ts — axios instance + 14 fonctions typées (Inspection, Constat, Checklist…)   |   lib/query-provider.tsx — QueryClient (staleTime 10s)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EE7B7"/>
                </a:solidFill>
              </a:rPr>
              <a:t>Modèle de Données — JSON Datastore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backend/data/db.json · pas de schéma SQL pour la démo · compatible migration PostgreSQL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657600" cy="493776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</a:rPr>
              <a:t>Inspection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298448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0B981"/>
                </a:solidFill>
              </a:rPr>
              <a:t>uuid4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29844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clé primaire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4533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client_name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54533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0B981"/>
                </a:solidFill>
              </a:rPr>
              <a:t>str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54533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79222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client_siret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179222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0B981"/>
                </a:solidFill>
              </a:rPr>
              <a:t>str?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179222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03911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site_name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039112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0B981"/>
                </a:solidFill>
              </a:rPr>
              <a:t>str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03911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28600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site_address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286000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0B981"/>
                </a:solidFill>
              </a:rPr>
              <a:t>str?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228600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253288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auditor_name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532888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0B981"/>
                </a:solidFill>
              </a:rPr>
              <a:t>str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5328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277977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referential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277977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0B981"/>
                </a:solidFill>
              </a:rPr>
              <a:t>str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277977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"ISO 9001:2015"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02666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026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0B981"/>
                </a:solidFill>
              </a:rPr>
              <a:t>str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302666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périmètre 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27355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273552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0B981"/>
                </a:solidFill>
              </a:rPr>
              <a:t>enum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327355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prepared|ongoing|completed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352044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checklist_json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3520440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0B981"/>
                </a:solidFill>
              </a:rPr>
              <a:t>JSON?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60" y="352044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généré par Agent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376732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report_structure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3767328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0B981"/>
                </a:solidFill>
              </a:rPr>
              <a:t>JSON?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76732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généré par Agent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401421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started_at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01421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0B981"/>
                </a:solidFill>
              </a:rPr>
              <a:t>datetime?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401421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PATCH status=ongoing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426110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426110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10B981"/>
                </a:solidFill>
              </a:rPr>
              <a:t>datetime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426110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914400"/>
            <a:ext cx="3657600" cy="493776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0" y="960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Constat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15968" y="129844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1298448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C2626"/>
                </a:solidFill>
              </a:rPr>
              <a:t>uuid4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129844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15968" y="1545336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inspection_id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0" y="154533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C2626"/>
                </a:solidFill>
              </a:rPr>
              <a:t>uuid4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154533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FK → Inspection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15968" y="179222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checklist_point_id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97880" y="179222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C2626"/>
                </a:solidFill>
              </a:rPr>
              <a:t>str?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179222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ex: S2.P1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15968" y="2039112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raw_text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97880" y="2039112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C2626"/>
                </a:solidFill>
              </a:rPr>
              <a:t>str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92240" y="203911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voix brute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15968" y="2286000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reformulated_text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97880" y="2286000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C2626"/>
                </a:solidFill>
              </a:rPr>
              <a:t>str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92240" y="228600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Agent 2 output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15968" y="253288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classification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97880" y="2532888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C2626"/>
                </a:solidFill>
              </a:rPr>
              <a:t>enum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253288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nc_majeure|nc_mineure|…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15968" y="2779776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norm_reference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97880" y="277977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C2626"/>
                </a:solidFill>
              </a:rPr>
              <a:t>str?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2240" y="277977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ex: "ISO 9001 §8.4.3"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15968" y="302666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norm_excerpt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97880" y="302666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C2626"/>
                </a:solidFill>
              </a:rPr>
              <a:t>str?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0" y="302666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extrait normatif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15968" y="3273552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suggested_evidence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97880" y="3273552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C2626"/>
                </a:solidFill>
              </a:rPr>
              <a:t>str?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2240" y="3273552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preuves à collecter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15968" y="3520440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suggested_action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97880" y="3520440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C2626"/>
                </a:solidFill>
              </a:rPr>
              <a:t>str?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92240" y="3520440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action corrective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15968" y="376732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rag_chunks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897880" y="3767328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C2626"/>
                </a:solidFill>
              </a:rPr>
              <a:t>JSON?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2240" y="376732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top-3 chunks RAG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15968" y="4014216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photo_path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97880" y="4014216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C2626"/>
                </a:solidFill>
              </a:rPr>
              <a:t>str?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92240" y="40142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>chemin storage/files/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15968" y="426110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created_at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897880" y="4261104"/>
            <a:ext cx="594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DC2626"/>
                </a:solidFill>
              </a:rPr>
              <a:t>datetime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92240" y="426110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4748B"/>
                </a:solidFill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8138160" y="914400"/>
            <a:ext cx="3794760" cy="256032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229600" y="960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Checklist JSON (Agent 1 output)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29600" y="1234440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{ "referential": "...",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29600" y="1399032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"scope_summary": "...",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29600" y="1563624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"sections": [{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29600" y="1728216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  "id": "S1", "title": "...",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29600" y="1892808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  "points": [{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29600" y="2057399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    "id": "S1.P1",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600" y="2221992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    "question": "...",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29600" y="2386584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    "expected_evidence": "...",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29600" y="2551176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    "norm_reference": "§7.5.3"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29600" y="2715768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  }]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29600" y="2880359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}]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229600" y="3044952"/>
            <a:ext cx="3611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}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138160" y="3611880"/>
            <a:ext cx="3794760" cy="224028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29600" y="3657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C7A7B"/>
                </a:solidFill>
              </a:rPr>
              <a:t>Report JSON (Agent 3 output)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229600" y="3931920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{ "executive_summary": "...",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29600" y="4114800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"conformity_summary":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9600" y="4297680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  { nc_majeure:1, nc_mineure:1, ... },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29600" y="4480560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"sections": [{ "title":…, "findings":[…] }],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29600" y="4663440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"action_plan": [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29600" y="4846320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  { "priority":1, "action":"…",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29600" y="5029200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    "responsible":"…", "deadline":"…" }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29600" y="5212080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],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229600" y="5394960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  "next_audit_recommendation": "…"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229600" y="5577840"/>
            <a:ext cx="3611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EE7B7"/>
                </a:solidFill>
              </a:rPr>
              <a:t>Flux API — Scénario Démo Complet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Fournisseur ALPHA · audit ISO 9001 · Tours Bâtiment B · 4 constats · DOCX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320040"/>
            <a:ext cx="36576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3657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2918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GET /api/dashboard/audits_today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5778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4 audits retournés (demo + ALPHA from db)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11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↳ Home.tsx → AuditCard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1508760"/>
            <a:ext cx="365760" cy="502920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51790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POST /api/inspections/{id}/checklist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74650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Agent 1 → generate_checklist() → RAG k=5
Retourne checklist_json (4 sections, 10 points)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6002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↳ Brief.tsx → motion sections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2697480"/>
            <a:ext cx="365760" cy="502920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70662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PATCH /api/inspections/{id}  {status:ongoing}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3522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started_at = now_iso()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7889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↳ Brief.tsx → navigate /capture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886200"/>
            <a:ext cx="36576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3931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953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POST /api/inspections/{id}/constats  (×N)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12394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Agent 2 → classify_constat() → RAG k=3
JSON: classification + norm_ref + action + rag_chunks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9776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↳ Capture.tsx → NCBadge + RagTransparency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" y="5074920"/>
            <a:ext cx="3657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5120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4b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08406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POST /api/uploads  (multipart/form-data)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31266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Sauvegarde fichier → storage/files/{uuid}.jpg
Retourne { id, path, kind:'photo' 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51663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↳ PhotoCapture.tsx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6263640"/>
            <a:ext cx="365760" cy="502920"/>
          </a:xfrm>
          <a:prstGeom prst="rect">
            <a:avLst/>
          </a:prstGeom>
          <a:solidFill>
            <a:srgbClr val="2C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6309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27278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POST /api/inspections/{id}/report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0138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Agent 3 → generate_report_structure()
Retourne JSON + docx_url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355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↳ Capture.tsx → modal → Report.tsx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" y="7452360"/>
            <a:ext cx="36576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7498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746150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GET /api/inspections/{id}/report.docx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769010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generate_docx() → python-docx → bytes
send_file() as attachment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79" y="75438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↳ Report.tsx → &lt;a download&gt;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8641080"/>
            <a:ext cx="36576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2880" y="8686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865022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POST /api/inspections/{id}/send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887882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status → completed · retourne sent_at
(envoi email = simulé pour démo)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87325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↳ Report.tsx → navigate /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9829800"/>
            <a:ext cx="365760" cy="502920"/>
          </a:xfrm>
          <a:prstGeom prst="rect">
            <a:avLst/>
          </a:prstGeom>
          <a:solidFill>
            <a:srgbClr val="2A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2880" y="9875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98389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POST /api/dev/reset-demo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1006754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Reload fixtures ALPHA → db.json
nouveau UUID, status=ongoing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9921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↳ Dashboard bouton Reset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EE7B7"/>
                </a:solidFill>
              </a:rPr>
              <a:t>Génération DOCX — app/docx_gen/report.py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python-docx 1.1 · Encodage bytes → send_file · 6 sections structurées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840480" cy="493776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87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</a:rPr>
              <a:t>Structure du DOCX généré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6187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Page de garde  (client, site, auditeur, date)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46304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Synthèse exécutive  (Agent 3 executive_summary)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6420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Tableau de conformité 4 colonnes (Table Grid)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6537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Constats détaillés  (par section agent 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06654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 [NC MAJEURE] rouge · [NC MINEURE] orange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26771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 [OBSERVATION] teal · [CONFORME] vert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4688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 → Action corrective (List Bullet)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67004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Plan d'action  (table 5 col : P/Réf/Action/Resp/Délai)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871216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Recommandation audit de suivi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07238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Pied de page  (auditeur · date)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914400"/>
            <a:ext cx="4572000" cy="4937760"/>
          </a:xfrm>
          <a:prstGeom prst="rect">
            <a:avLst/>
          </a:prstGeom>
          <a:solidFill>
            <a:srgbClr val="08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9601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E7B7"/>
                </a:solidFill>
              </a:rPr>
              <a:t>generate_docx(inspection, report_structure) → bytes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23444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BD5E1"/>
                </a:solidFill>
              </a:rPr>
              <a:t>doc = Document()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43560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63677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# Page de garde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83794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doc.add_heading('Pré-rapport…', 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03911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_add_kv(doc, 'Client', inspection['client_name'])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24028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44144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# Conformité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64261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table = doc.add_table(rows=1, cols=4)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284378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# 'Table Grid' style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04495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24612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# Constats colorés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344728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run.font.color.rgb = _NC_COLORS[classif]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64845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# rouge/orange/teal/vert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84962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050792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</a:rPr>
              <a:t># Plan d'action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25196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row[0].text = f'P{action[priority]}'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45312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6542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buf = io.BytesIO()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85546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doc.save(buf)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056631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EE7B7"/>
                </a:solidFill>
              </a:rPr>
              <a:t>return buf.getvalue()  # bytes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35440" y="914400"/>
            <a:ext cx="2743200" cy="274320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45168" y="9875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</a:rPr>
              <a:t>Téléchargement côté client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5168" y="126187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GET /api/inspections/{id}/report.docx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45168" y="146304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Flask send_file(path, as_attachment=True)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45168" y="166420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MIME: application/vnd.openxmlformats…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5168" y="186537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Nom : rapport-fournisseur-alpha.docx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5168" y="206654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45168" y="226771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UI : &lt;a href=docx_url download&gt;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45168" y="24688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⬇ Télécharger DOCX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035040"/>
            <a:ext cx="11612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Note : report_structure stocké dans db.json → régénération DOCX possible sans rappel LLM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6EE7B7"/>
                </a:solidFill>
              </a:rPr>
              <a:t>Déploiement &amp;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Windows Capgemini · setup-uc28.ps1 · API key management · Points d'évolution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566160" cy="237744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9875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</a:rPr>
              <a:t>Bootstrap Windows (setup-uc28.ps1)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6187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Script PowerShell 137 Ko · 3 716 lignes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4630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Embed 45 fichiers en @'...'@ here-strings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66420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Crée uc28-inspection/ depuis zéro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86537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Sans GitHub ni transfert de fichiers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06654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→ start.bat : venv + npm + Flask + Vite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914400"/>
            <a:ext cx="3566160" cy="237744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9875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</a:rPr>
              <a:t>Gestion des 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8" y="126187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Jamais d'API key dans le repo (.gitignore)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088" y="146304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.env.example → modèle sans valeur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8" y="166420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ANTHROPIC_API_KEY lu par pydantic-settings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8" y="186537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URL Capgemini configurable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8" y="206654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  https://anthropic.generative.engine…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8" y="226771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STORAGE_DIR · CHROMA_PERSIST_DIR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914400"/>
            <a:ext cx="4114800" cy="237744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82128" y="98755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EE7B7"/>
                </a:solidFill>
              </a:rPr>
              <a:t>Points d'évolution (post-démo)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8" y="126187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PostgreSQL (SQLAlchemy + Alembic) déjà en 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8" y="146304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ChromaDB + sentence-transformers (pip install)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8" y="166420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Authentication JWT (route /auth/login)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8" y="186537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WebSocket temps-réel (constats collaboratifs)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8" y="206654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Envoi email réel (SMTP/SendGrid)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8" y="226771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Docker Compose (docker-compose.yml existant)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429000"/>
            <a:ext cx="11612880" cy="1828800"/>
          </a:xfrm>
          <a:prstGeom prst="rect">
            <a:avLst/>
          </a:prstGeom>
          <a:solidFill>
            <a:srgbClr val="082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5021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Lancement local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377647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E7B7"/>
                </a:solidFill>
              </a:rPr>
              <a:t>• python -m venv .venv &amp;&amp; pip install -r requirements.txt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" y="3977640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E7B7"/>
                </a:solidFill>
              </a:rPr>
              <a:t>• cp .env.example backend/.env  # éditer ANTHROPIC_API_KEY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17880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E7B7"/>
                </a:solidFill>
              </a:rPr>
              <a:t>• cd backend &amp;&amp; python flask_app.py   # :8000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437997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E7B7"/>
                </a:solidFill>
              </a:rPr>
              <a:t>• cd frontend &amp;&amp; npm install &amp;&amp; npm run dev  # :3000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4581144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E7B7"/>
                </a:solidFill>
              </a:rPr>
              <a:t>• Reset démo : POST http://localhost:8000/api/dev/reset-demo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" y="478231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EE7B7"/>
                </a:solidFill>
              </a:rPr>
              <a:t>• Replay constat N : POST /api/dev/replay/{1..4}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394960"/>
            <a:ext cx="11612880" cy="640080"/>
          </a:xfrm>
          <a:prstGeom prst="rect">
            <a:avLst/>
          </a:prstGeom>
          <a:solidFill>
            <a:srgbClr val="164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44068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Conventions : Conventional Commits  |  ruff (backend)  |  tsc --noEmit (frontend)  |  Langue code = EN · UI/prompts = FR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71500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feat: · fix: · chore: · docs: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