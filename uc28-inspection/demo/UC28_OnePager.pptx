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
  </p:notesMasterIdLst>
  <p:sldIdLst>
    <p:sldId id="2147483379" r:id="rId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1" d="100"/>
          <a:sy n="101" d="100"/>
        </p:scale>
        <p:origin x="24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DB70FB-724B-4528-8D58-F8D0C725818D}" type="datetimeFigureOut">
              <a:rPr lang="fr-FR" smtClean="0"/>
              <a:t>15/04/2026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E9EAF8-AAF7-4D61-940A-B2984F2E1C52}" type="slidenum">
              <a:rPr lang="fr-FR" smtClean="0"/>
              <a:t>‹N°›</a:t>
            </a:fld>
            <a:endParaRPr lang="fr-FR"/>
          </a:p>
        </p:txBody>
      </p:sp>
    </p:spTree>
    <p:extLst>
      <p:ext uri="{BB962C8B-B14F-4D97-AF65-F5344CB8AC3E}">
        <p14:creationId xmlns:p14="http://schemas.microsoft.com/office/powerpoint/2010/main" val="24132764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Verdan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pt-BR" sz="900" b="0" i="0" u="none" strike="noStrike" kern="1200" cap="none" spc="0" normalizeH="0" baseline="0" noProof="0">
              <a:ln>
                <a:noFill/>
              </a:ln>
              <a:solidFill>
                <a:prstClr val="black"/>
              </a:solidFill>
              <a:effectLst/>
              <a:uLnTx/>
              <a:uFillTx/>
              <a:latin typeface="Verdana"/>
              <a:ea typeface="+mn-ea"/>
              <a:cs typeface="+mn-cs"/>
            </a:endParaRPr>
          </a:p>
        </p:txBody>
      </p:sp>
    </p:spTree>
    <p:extLst>
      <p:ext uri="{BB962C8B-B14F-4D97-AF65-F5344CB8AC3E}">
        <p14:creationId xmlns:p14="http://schemas.microsoft.com/office/powerpoint/2010/main" val="22242998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www.linkedin.com/company/capgemini" TargetMode="External"/><Relationship Id="rId3" Type="http://schemas.openxmlformats.org/officeDocument/2006/relationships/image" Target="../media/image3.png"/><Relationship Id="rId4" Type="http://schemas.openxmlformats.org/officeDocument/2006/relationships/hyperlink" Target="http://www.slideshare.net/capgemini" TargetMode="External"/><Relationship Id="rId5" Type="http://schemas.openxmlformats.org/officeDocument/2006/relationships/image" Target="../media/image4.png"/><Relationship Id="rId6" Type="http://schemas.openxmlformats.org/officeDocument/2006/relationships/hyperlink" Target="http://www.twitter.com/capgemini" TargetMode="External"/><Relationship Id="rId7" Type="http://schemas.openxmlformats.org/officeDocument/2006/relationships/image" Target="../media/image5.png"/><Relationship Id="rId8" Type="http://schemas.openxmlformats.org/officeDocument/2006/relationships/hyperlink" Target="http://www.youtube.com/capgeminimedia" TargetMode="External"/><Relationship Id="rId9" Type="http://schemas.openxmlformats.org/officeDocument/2006/relationships/image" Target="../media/image6.png"/><Relationship Id="rId10" Type="http://schemas.openxmlformats.org/officeDocument/2006/relationships/hyperlink" Target="http://www.facebook.com/capgemini" TargetMode="External"/><Relationship Id="rId11" Type="http://schemas.openxmlformats.org/officeDocument/2006/relationships/image" Target="../media/image7.png"/><Relationship Id="rId12" Type="http://schemas.openxmlformats.org/officeDocument/2006/relationships/image" Target="../media/image8.png"/><Relationship Id="rId13"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tags" Target="../tags/tag6.xml"/><Relationship Id="rId3" Type="http://schemas.openxmlformats.org/officeDocument/2006/relationships/tags" Target="../tags/tag7.xml"/><Relationship Id="rId4" Type="http://schemas.openxmlformats.org/officeDocument/2006/relationships/tags" Target="../tags/tag8.xml"/><Relationship Id="rId5" Type="http://schemas.openxmlformats.org/officeDocument/2006/relationships/slideMaster" Target="../slideMasters/slideMaster1.xml"/><Relationship Id="rId6" Type="http://schemas.openxmlformats.org/officeDocument/2006/relationships/image" Target="../media/image8.png"/><Relationship Id="rId7" Type="http://schemas.openxmlformats.org/officeDocument/2006/relationships/hyperlink" Target="http://www.linkedin.com/company/capgemini" TargetMode="External"/><Relationship Id="rId8" Type="http://schemas.openxmlformats.org/officeDocument/2006/relationships/image" Target="../media/image3.png"/><Relationship Id="rId9" Type="http://schemas.openxmlformats.org/officeDocument/2006/relationships/hyperlink" Target="http://www.slideshare.net/capgemini" TargetMode="External"/><Relationship Id="rId10" Type="http://schemas.openxmlformats.org/officeDocument/2006/relationships/image" Target="../media/image4.png"/><Relationship Id="rId11" Type="http://schemas.openxmlformats.org/officeDocument/2006/relationships/hyperlink" Target="http://www.twitter.com/capgemini" TargetMode="External"/><Relationship Id="rId12" Type="http://schemas.openxmlformats.org/officeDocument/2006/relationships/image" Target="../media/image5.png"/><Relationship Id="rId13" Type="http://schemas.openxmlformats.org/officeDocument/2006/relationships/hyperlink" Target="http://www.youtube.com/capgeminimedia" TargetMode="External"/><Relationship Id="rId14" Type="http://schemas.openxmlformats.org/officeDocument/2006/relationships/image" Target="../media/image6.png"/><Relationship Id="rId15" Type="http://schemas.openxmlformats.org/officeDocument/2006/relationships/hyperlink" Target="http://www.facebook.com/capgemini" TargetMode="External"/><Relationship Id="rId16" Type="http://schemas.openxmlformats.org/officeDocument/2006/relationships/image" Target="../media/image7.png"/><Relationship Id="rId17"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1.emf"/></Relationships>
</file>

<file path=ppt/slideLayouts/_rels/slideLayout24.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1.emf"/></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1.emf"/></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30.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1.emf"/></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emf"/></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e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1.emf"/><Relationship Id="rId5" Type="http://schemas.openxmlformats.org/officeDocument/2006/relationships/image" Target="../media/image1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1.emf"/></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B290AA58-6524-4A50-851C-8EA6E75AA5E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55116" y="260648"/>
            <a:ext cx="3024000" cy="1226177"/>
          </a:xfrm>
          <a:prstGeom prst="rect">
            <a:avLst/>
          </a:prstGeom>
        </p:spPr>
      </p:pic>
    </p:spTree>
    <p:extLst>
      <p:ext uri="{BB962C8B-B14F-4D97-AF65-F5344CB8AC3E}">
        <p14:creationId xmlns:p14="http://schemas.microsoft.com/office/powerpoint/2010/main" val="380988536"/>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7" name="Image 6" descr="Une image contenant texte&#10;&#10;Description générée automatiquement">
            <a:extLst>
              <a:ext uri="{FF2B5EF4-FFF2-40B4-BE49-F238E27FC236}">
                <a16:creationId xmlns:a16="http://schemas.microsoft.com/office/drawing/2014/main" id="{873884F3-4760-488E-A25C-0D285C88AE3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408" y="260648"/>
            <a:ext cx="3024000" cy="1226177"/>
          </a:xfrm>
          <a:prstGeom prst="rect">
            <a:avLst/>
          </a:prstGeom>
        </p:spPr>
      </p:pic>
    </p:spTree>
    <p:extLst>
      <p:ext uri="{BB962C8B-B14F-4D97-AF65-F5344CB8AC3E}">
        <p14:creationId xmlns:p14="http://schemas.microsoft.com/office/powerpoint/2010/main" val="2991993417"/>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2763056074"/>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261872"/>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nchor="t" anchorCtr="0"/>
          <a:lstStyle/>
          <a:p>
            <a:r>
              <a:rPr lang="en-US"/>
              <a:t>Click to edit Master title style</a:t>
            </a:r>
            <a:endParaRPr lang="en-GB"/>
          </a:p>
        </p:txBody>
      </p:sp>
    </p:spTree>
    <p:extLst>
      <p:ext uri="{BB962C8B-B14F-4D97-AF65-F5344CB8AC3E}">
        <p14:creationId xmlns:p14="http://schemas.microsoft.com/office/powerpoint/2010/main" val="24633113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255557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690568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3364074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9862673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0140872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3094785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261872"/>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nchor="t" anchorCtr="0"/>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11911969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261872"/>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014645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2354672413"/>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39465065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4456855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36698646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2022-2023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l"/>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325,000 team members in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 </a:t>
            </a: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3459288483"/>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11773123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1583962851"/>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1_Titre seul">
  <p:cSld name="2_Titre seul">
    <p:bg>
      <p:bgPr>
        <a:solidFill>
          <a:schemeClr val="accent4"/>
        </a:solidFill>
        <a:effectLst/>
      </p:bgPr>
    </p:bg>
    <p:spTree>
      <p:nvGrpSpPr>
        <p:cNvPr id="1" name="Shape 75"/>
        <p:cNvGrpSpPr/>
        <p:nvPr/>
      </p:nvGrpSpPr>
      <p:grpSpPr>
        <a:xfrm>
          <a:off x="0" y="0"/>
          <a:ext cx="0" cy="0"/>
          <a:chOff x="0" y="0"/>
          <a:chExt cx="0" cy="0"/>
        </a:xfrm>
      </p:grpSpPr>
      <p:sp>
        <p:nvSpPr>
          <p:cNvPr id="76" name="Google Shape;76;p33"/>
          <p:cNvSpPr txBox="1">
            <a:spLocks noGrp="1"/>
          </p:cNvSpPr>
          <p:nvPr>
            <p:ph type="body" idx="1"/>
          </p:nvPr>
        </p:nvSpPr>
        <p:spPr>
          <a:xfrm>
            <a:off x="404813" y="1447800"/>
            <a:ext cx="11406187" cy="4951413"/>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Clr>
                <a:schemeClr val="lt1"/>
              </a:buClr>
              <a:buSzPts val="2000"/>
              <a:buNone/>
              <a:defRPr>
                <a:solidFill>
                  <a:schemeClr val="lt1"/>
                </a:solidFill>
              </a:defRPr>
            </a:lvl1pPr>
            <a:lvl2pPr marL="914400" lvl="1" indent="-342900" algn="l">
              <a:lnSpc>
                <a:spcPct val="100000"/>
              </a:lnSpc>
              <a:spcBef>
                <a:spcPts val="600"/>
              </a:spcBef>
              <a:spcAft>
                <a:spcPts val="0"/>
              </a:spcAft>
              <a:buSzPts val="1800"/>
              <a:buChar char="▪"/>
              <a:defRPr>
                <a:solidFill>
                  <a:schemeClr val="lt1"/>
                </a:solidFill>
              </a:defRPr>
            </a:lvl2pPr>
            <a:lvl3pPr marL="1371600" lvl="2" indent="-330200" algn="l">
              <a:lnSpc>
                <a:spcPct val="100000"/>
              </a:lnSpc>
              <a:spcBef>
                <a:spcPts val="600"/>
              </a:spcBef>
              <a:spcAft>
                <a:spcPts val="0"/>
              </a:spcAft>
              <a:buSzPts val="1600"/>
              <a:buChar char="•"/>
              <a:defRPr>
                <a:solidFill>
                  <a:schemeClr val="lt1"/>
                </a:solidFill>
              </a:defRPr>
            </a:lvl3pPr>
            <a:lvl4pPr marL="1828800" lvl="3" indent="-317500" algn="l">
              <a:lnSpc>
                <a:spcPct val="100000"/>
              </a:lnSpc>
              <a:spcBef>
                <a:spcPts val="600"/>
              </a:spcBef>
              <a:spcAft>
                <a:spcPts val="0"/>
              </a:spcAft>
              <a:buClr>
                <a:schemeClr val="accent5"/>
              </a:buClr>
              <a:buSzPts val="1400"/>
              <a:buChar char="–"/>
              <a:defRPr>
                <a:solidFill>
                  <a:schemeClr val="lt1"/>
                </a:solidFill>
              </a:defRPr>
            </a:lvl4pPr>
            <a:lvl5pPr marL="2286000" lvl="4" indent="-317500" algn="l">
              <a:lnSpc>
                <a:spcPct val="100000"/>
              </a:lnSpc>
              <a:spcBef>
                <a:spcPts val="600"/>
              </a:spcBef>
              <a:spcAft>
                <a:spcPts val="0"/>
              </a:spcAft>
              <a:buClr>
                <a:schemeClr val="lt1"/>
              </a:buClr>
              <a:buSzPts val="1400"/>
              <a:buChar char="•"/>
              <a:defRPr>
                <a:solidFill>
                  <a:schemeClr val="lt1"/>
                </a:solidFill>
              </a:defRPr>
            </a:lvl5pPr>
            <a:lvl6pPr marL="2743200" lvl="5" indent="-342900" algn="l">
              <a:lnSpc>
                <a:spcPct val="90000"/>
              </a:lnSpc>
              <a:spcBef>
                <a:spcPts val="6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3"/>
          <p:cNvSpPr txBox="1">
            <a:spLocks noGrp="1"/>
          </p:cNvSpPr>
          <p:nvPr>
            <p:ph type="title"/>
          </p:nvPr>
        </p:nvSpPr>
        <p:spPr>
          <a:xfrm>
            <a:off x="404813" y="388188"/>
            <a:ext cx="10947772" cy="716711"/>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lt1"/>
              </a:buClr>
              <a:buSzPts val="2600"/>
              <a:buFont typeface="Ubuntu Medium"/>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extLst>
      <p:ext uri="{BB962C8B-B14F-4D97-AF65-F5344CB8AC3E}">
        <p14:creationId xmlns:p14="http://schemas.microsoft.com/office/powerpoint/2010/main" val="196930972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Section A – Narrow">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2577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2"/>
            <a:ext cx="11700000" cy="4466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r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08380230"/>
      </p:ext>
    </p:extLst>
  </p:cSld>
  <p:clrMapOvr>
    <a:masterClrMapping/>
  </p:clrMapOvr>
  <mc:AlternateContent xmlns:mc="http://schemas.openxmlformats.org/markup-compatibility/2006" xmlns:p14="http://schemas.microsoft.com/office/powerpoint/2010/main">
    <mc:Choice Requires="p14">
      <p:transition p14:dur="3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8736938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Title Only._DB">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a:xfrm>
            <a:off x="404813" y="209286"/>
            <a:ext cx="10947772" cy="716711"/>
          </a:xfrm>
        </p:spPr>
        <p:txBody>
          <a:bodyPr anchor="t"/>
          <a:lstStyle>
            <a:lvl1pPr>
              <a:defRPr>
                <a:solidFill>
                  <a:schemeClr val="bg1"/>
                </a:solidFill>
              </a:defRPr>
            </a:lvl1pPr>
          </a:lstStyle>
          <a:p>
            <a:r>
              <a:rPr lang="fr-FR"/>
              <a:t>Modifiez le style du titre</a:t>
            </a:r>
            <a:endParaRPr lang="de-DE"/>
          </a:p>
        </p:txBody>
      </p:sp>
    </p:spTree>
    <p:extLst>
      <p:ext uri="{BB962C8B-B14F-4D97-AF65-F5344CB8AC3E}">
        <p14:creationId xmlns:p14="http://schemas.microsoft.com/office/powerpoint/2010/main" val="27136845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2_Title and Content">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5ED334F2-B89C-B941-B78E-BBCBB9E65D9E}"/>
              </a:ext>
            </a:extLst>
          </p:cNvPr>
          <p:cNvSpPr>
            <a:spLocks noGrp="1"/>
          </p:cNvSpPr>
          <p:nvPr>
            <p:ph type="body" sz="quarter" idx="11" hasCustomPrompt="1"/>
          </p:nvPr>
        </p:nvSpPr>
        <p:spPr>
          <a:xfrm>
            <a:off x="462356" y="306389"/>
            <a:ext cx="10837494" cy="356676"/>
          </a:xfrm>
        </p:spPr>
        <p:txBody>
          <a:bodyPr>
            <a:noAutofit/>
          </a:bodyPr>
          <a:lstStyle>
            <a:lvl1pPr>
              <a:lnSpc>
                <a:spcPct val="100000"/>
              </a:lnSpc>
              <a:spcAft>
                <a:spcPts val="0"/>
              </a:spcAft>
              <a:defRPr kumimoji="0" lang="en-GB" sz="2400" b="1" i="0" u="none" strike="noStrike" kern="1200" cap="all" spc="0" normalizeH="0" baseline="0">
                <a:ln>
                  <a:noFill/>
                </a:ln>
                <a:solidFill>
                  <a:schemeClr val="tx1"/>
                </a:solidFill>
                <a:effectLst/>
                <a:uLnTx/>
                <a:uFillTx/>
                <a:latin typeface="Ubuntu Light" panose="020B0304030602030204" pitchFamily="34" charset="0"/>
                <a:ea typeface="+mn-ea"/>
                <a:cs typeface="+mn-cs"/>
              </a:defRPr>
            </a:lvl1pPr>
          </a:lstStyle>
          <a:p>
            <a:pPr lvl="0"/>
            <a:r>
              <a:rPr lang="en-GB"/>
              <a:t>CLICK TO EDIT MASTER TEXT STYLES</a:t>
            </a:r>
          </a:p>
        </p:txBody>
      </p:sp>
    </p:spTree>
    <p:extLst>
      <p:ext uri="{BB962C8B-B14F-4D97-AF65-F5344CB8AC3E}">
        <p14:creationId xmlns:p14="http://schemas.microsoft.com/office/powerpoint/2010/main" val="105096093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Large title &amp; large RH image 1">
    <p:bg>
      <p:bgPr>
        <a:solidFill>
          <a:schemeClr val="accent4"/>
        </a:solidFill>
        <a:effectLst/>
      </p:bgPr>
    </p:bg>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5586E72C-F96D-4BE1-996B-39A71EA977D3}"/>
              </a:ext>
            </a:extLst>
          </p:cNvPr>
          <p:cNvSpPr>
            <a:spLocks noGrp="1"/>
          </p:cNvSpPr>
          <p:nvPr>
            <p:ph type="pic" sz="quarter" idx="10"/>
          </p:nvPr>
        </p:nvSpPr>
        <p:spPr>
          <a:xfrm>
            <a:off x="5128004" y="0"/>
            <a:ext cx="7063996" cy="6858000"/>
          </a:xfrm>
          <a:custGeom>
            <a:avLst/>
            <a:gdLst>
              <a:gd name="connsiteX0" fmla="*/ 6658543 w 7063996"/>
              <a:gd name="connsiteY0" fmla="*/ 205058 h 6858000"/>
              <a:gd name="connsiteX1" fmla="*/ 6434159 w 7063996"/>
              <a:gd name="connsiteY1" fmla="*/ 436971 h 6858000"/>
              <a:gd name="connsiteX2" fmla="*/ 6511887 w 7063996"/>
              <a:gd name="connsiteY2" fmla="*/ 551459 h 6858000"/>
              <a:gd name="connsiteX3" fmla="*/ 6591081 w 7063996"/>
              <a:gd name="connsiteY3" fmla="*/ 552927 h 6858000"/>
              <a:gd name="connsiteX4" fmla="*/ 6623162 w 7063996"/>
              <a:gd name="connsiteY4" fmla="*/ 536965 h 6858000"/>
              <a:gd name="connsiteX5" fmla="*/ 6649544 w 7063996"/>
              <a:gd name="connsiteY5" fmla="*/ 513474 h 6858000"/>
              <a:gd name="connsiteX6" fmla="*/ 6642500 w 7063996"/>
              <a:gd name="connsiteY6" fmla="*/ 536398 h 6858000"/>
              <a:gd name="connsiteX7" fmla="*/ 6577699 w 7063996"/>
              <a:gd name="connsiteY7" fmla="*/ 579359 h 6858000"/>
              <a:gd name="connsiteX8" fmla="*/ 6631998 w 7063996"/>
              <a:gd name="connsiteY8" fmla="*/ 594046 h 6858000"/>
              <a:gd name="connsiteX9" fmla="*/ 6761140 w 7063996"/>
              <a:gd name="connsiteY9" fmla="*/ 551453 h 6858000"/>
              <a:gd name="connsiteX10" fmla="*/ 6696569 w 7063996"/>
              <a:gd name="connsiteY10" fmla="*/ 494172 h 6858000"/>
              <a:gd name="connsiteX11" fmla="*/ 6761140 w 7063996"/>
              <a:gd name="connsiteY11" fmla="*/ 525016 h 6858000"/>
              <a:gd name="connsiteX12" fmla="*/ 6846372 w 7063996"/>
              <a:gd name="connsiteY12" fmla="*/ 467391 h 6858000"/>
              <a:gd name="connsiteX13" fmla="*/ 6853587 w 7063996"/>
              <a:gd name="connsiteY13" fmla="*/ 431058 h 6858000"/>
              <a:gd name="connsiteX14" fmla="*/ 6853595 w 7063996"/>
              <a:gd name="connsiteY14" fmla="*/ 431100 h 6858000"/>
              <a:gd name="connsiteX15" fmla="*/ 6853595 w 7063996"/>
              <a:gd name="connsiteY15" fmla="*/ 431017 h 6858000"/>
              <a:gd name="connsiteX16" fmla="*/ 6853595 w 7063996"/>
              <a:gd name="connsiteY16" fmla="*/ 428164 h 6858000"/>
              <a:gd name="connsiteX17" fmla="*/ 6781734 w 7063996"/>
              <a:gd name="connsiteY17" fmla="*/ 279916 h 6858000"/>
              <a:gd name="connsiteX18" fmla="*/ 6668809 w 7063996"/>
              <a:gd name="connsiteY18" fmla="*/ 209461 h 6858000"/>
              <a:gd name="connsiteX19" fmla="*/ 6658543 w 7063996"/>
              <a:gd name="connsiteY19" fmla="*/ 205058 h 6858000"/>
              <a:gd name="connsiteX20" fmla="*/ 0 w 7063996"/>
              <a:gd name="connsiteY20" fmla="*/ 0 h 6858000"/>
              <a:gd name="connsiteX21" fmla="*/ 7063996 w 7063996"/>
              <a:gd name="connsiteY21" fmla="*/ 0 h 6858000"/>
              <a:gd name="connsiteX22" fmla="*/ 7063996 w 7063996"/>
              <a:gd name="connsiteY22" fmla="*/ 6858000 h 6858000"/>
              <a:gd name="connsiteX23" fmla="*/ 0 w 7063996"/>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063996" h="6858000">
                <a:moveTo>
                  <a:pt x="6658543" y="205058"/>
                </a:moveTo>
                <a:cubicBezTo>
                  <a:pt x="6608680" y="265238"/>
                  <a:pt x="6434159" y="310740"/>
                  <a:pt x="6434159" y="436971"/>
                </a:cubicBezTo>
                <a:cubicBezTo>
                  <a:pt x="6434159" y="486876"/>
                  <a:pt x="6464957" y="533846"/>
                  <a:pt x="6511887" y="551459"/>
                </a:cubicBezTo>
                <a:cubicBezTo>
                  <a:pt x="6538285" y="561734"/>
                  <a:pt x="6564683" y="561734"/>
                  <a:pt x="6591081" y="552927"/>
                </a:cubicBezTo>
                <a:cubicBezTo>
                  <a:pt x="6602814" y="549258"/>
                  <a:pt x="6613446" y="543753"/>
                  <a:pt x="6623162" y="536965"/>
                </a:cubicBezTo>
                <a:lnTo>
                  <a:pt x="6649544" y="513474"/>
                </a:lnTo>
                <a:lnTo>
                  <a:pt x="6642500" y="536398"/>
                </a:lnTo>
                <a:cubicBezTo>
                  <a:pt x="6630805" y="558154"/>
                  <a:pt x="6606316" y="574953"/>
                  <a:pt x="6577699" y="579359"/>
                </a:cubicBezTo>
                <a:cubicBezTo>
                  <a:pt x="6586504" y="588171"/>
                  <a:pt x="6607050" y="594046"/>
                  <a:pt x="6631998" y="594046"/>
                </a:cubicBezTo>
                <a:cubicBezTo>
                  <a:pt x="6677491" y="594046"/>
                  <a:pt x="6733257" y="580827"/>
                  <a:pt x="6761140" y="551453"/>
                </a:cubicBezTo>
                <a:cubicBezTo>
                  <a:pt x="6722985" y="552921"/>
                  <a:pt x="6698037" y="527953"/>
                  <a:pt x="6696569" y="494172"/>
                </a:cubicBezTo>
                <a:cubicBezTo>
                  <a:pt x="6714179" y="516203"/>
                  <a:pt x="6736192" y="525016"/>
                  <a:pt x="6761140" y="525016"/>
                </a:cubicBezTo>
                <a:cubicBezTo>
                  <a:pt x="6799663" y="525016"/>
                  <a:pt x="6832407" y="501057"/>
                  <a:pt x="6846372" y="467391"/>
                </a:cubicBezTo>
                <a:lnTo>
                  <a:pt x="6853587" y="431058"/>
                </a:lnTo>
                <a:lnTo>
                  <a:pt x="6853595" y="431100"/>
                </a:lnTo>
                <a:lnTo>
                  <a:pt x="6853595" y="431017"/>
                </a:lnTo>
                <a:lnTo>
                  <a:pt x="6853595" y="428164"/>
                </a:lnTo>
                <a:cubicBezTo>
                  <a:pt x="6853595" y="369452"/>
                  <a:pt x="6824264" y="319547"/>
                  <a:pt x="6781734" y="279916"/>
                </a:cubicBezTo>
                <a:cubicBezTo>
                  <a:pt x="6749469" y="249092"/>
                  <a:pt x="6709872" y="227075"/>
                  <a:pt x="6668809" y="209461"/>
                </a:cubicBezTo>
                <a:cubicBezTo>
                  <a:pt x="6665875" y="207994"/>
                  <a:pt x="6662942" y="206526"/>
                  <a:pt x="6658543" y="205058"/>
                </a:cubicBezTo>
                <a:close/>
                <a:moveTo>
                  <a:pt x="0" y="0"/>
                </a:moveTo>
                <a:lnTo>
                  <a:pt x="7063996" y="0"/>
                </a:lnTo>
                <a:lnTo>
                  <a:pt x="7063996"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en-US"/>
              <a:t>Click icon to add picture</a:t>
            </a:r>
            <a:endParaRPr lang="en-GB"/>
          </a:p>
        </p:txBody>
      </p:sp>
      <p:sp>
        <p:nvSpPr>
          <p:cNvPr id="2" name="Title">
            <a:extLst>
              <a:ext uri="{FF2B5EF4-FFF2-40B4-BE49-F238E27FC236}">
                <a16:creationId xmlns:a16="http://schemas.microsoft.com/office/drawing/2014/main" id="{1B342561-1DD2-4DA7-BA2A-C8E3856FE9BB}"/>
              </a:ext>
            </a:extLst>
          </p:cNvPr>
          <p:cNvSpPr>
            <a:spLocks noGrp="1"/>
          </p:cNvSpPr>
          <p:nvPr>
            <p:ph type="title"/>
          </p:nvPr>
        </p:nvSpPr>
        <p:spPr>
          <a:xfrm>
            <a:off x="404813" y="692696"/>
            <a:ext cx="4562476" cy="2421466"/>
          </a:xfrm>
        </p:spPr>
        <p:txBody>
          <a:bodyPr vert="horz" lIns="72000" tIns="0" rIns="0" bIns="0" rtlCol="0" anchor="b">
            <a:noAutofit/>
          </a:bodyPr>
          <a:lstStyle>
            <a:lvl1pPr>
              <a:lnSpc>
                <a:spcPct val="80000"/>
              </a:lnSpc>
              <a:defRPr lang="en-GB" sz="5400">
                <a:solidFill>
                  <a:schemeClr val="bg1"/>
                </a:solidFill>
              </a:defRPr>
            </a:lvl1pPr>
          </a:lstStyle>
          <a:p>
            <a:pPr lvl="0"/>
            <a:r>
              <a:rPr lang="en-US"/>
              <a:t>Click to edit Master title style</a:t>
            </a:r>
            <a:endParaRPr lang="en-GB"/>
          </a:p>
        </p:txBody>
      </p:sp>
      <p:sp>
        <p:nvSpPr>
          <p:cNvPr id="10" name="Espace réservé du texte 9">
            <a:extLst>
              <a:ext uri="{FF2B5EF4-FFF2-40B4-BE49-F238E27FC236}">
                <a16:creationId xmlns:a16="http://schemas.microsoft.com/office/drawing/2014/main" id="{FC6DF15B-7249-491B-BFB7-9A33784178CD}"/>
              </a:ext>
            </a:extLst>
          </p:cNvPr>
          <p:cNvSpPr>
            <a:spLocks noGrp="1"/>
          </p:cNvSpPr>
          <p:nvPr>
            <p:ph type="body" sz="quarter" idx="12"/>
          </p:nvPr>
        </p:nvSpPr>
        <p:spPr>
          <a:xfrm>
            <a:off x="404813" y="3573040"/>
            <a:ext cx="4395787" cy="2808288"/>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322135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3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0689507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2_Titre et contenu">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pic>
        <p:nvPicPr>
          <p:cNvPr id="5" name="3341_CapGeminiW_img.png" descr="3341_CapGeminiW_img.png">
            <a:extLst>
              <a:ext uri="{FF2B5EF4-FFF2-40B4-BE49-F238E27FC236}">
                <a16:creationId xmlns:a16="http://schemas.microsoft.com/office/drawing/2014/main" id="{A4A83F2E-27AC-41DF-8C26-026D697DA22C}"/>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a:xfrm>
            <a:off x="11608494" y="251977"/>
            <a:ext cx="357386" cy="443523"/>
          </a:xfrm>
          <a:prstGeom prst="rect">
            <a:avLst/>
          </a:prstGeom>
          <a:ln w="3175">
            <a:miter lim="400000"/>
          </a:ln>
        </p:spPr>
      </p:pic>
    </p:spTree>
    <p:extLst>
      <p:ext uri="{BB962C8B-B14F-4D97-AF65-F5344CB8AC3E}">
        <p14:creationId xmlns:p14="http://schemas.microsoft.com/office/powerpoint/2010/main" val="24648271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3_Titre et contenu">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pic>
        <p:nvPicPr>
          <p:cNvPr id="5" name="3341_CapGeminiW_img.png" descr="3341_CapGeminiW_img.png">
            <a:extLst>
              <a:ext uri="{FF2B5EF4-FFF2-40B4-BE49-F238E27FC236}">
                <a16:creationId xmlns:a16="http://schemas.microsoft.com/office/drawing/2014/main" id="{A4A83F2E-27AC-41DF-8C26-026D697DA22C}"/>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a:xfrm>
            <a:off x="11608494" y="251977"/>
            <a:ext cx="357386" cy="443523"/>
          </a:xfrm>
          <a:prstGeom prst="rect">
            <a:avLst/>
          </a:prstGeom>
          <a:ln w="3175">
            <a:miter lim="400000"/>
          </a:ln>
        </p:spPr>
      </p:pic>
    </p:spTree>
    <p:extLst>
      <p:ext uri="{BB962C8B-B14F-4D97-AF65-F5344CB8AC3E}">
        <p14:creationId xmlns:p14="http://schemas.microsoft.com/office/powerpoint/2010/main" val="207655958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2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nchor="t" anchorCtr="0"/>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2146886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1_Large title &amp; large RH image 1">
    <p:bg>
      <p:bgPr>
        <a:solidFill>
          <a:schemeClr val="accent4"/>
        </a:solidFill>
        <a:effectLst/>
      </p:bgPr>
    </p:bg>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5586E72C-F96D-4BE1-996B-39A71EA977D3}"/>
              </a:ext>
            </a:extLst>
          </p:cNvPr>
          <p:cNvSpPr>
            <a:spLocks noGrp="1"/>
          </p:cNvSpPr>
          <p:nvPr>
            <p:ph type="pic" sz="quarter" idx="10"/>
          </p:nvPr>
        </p:nvSpPr>
        <p:spPr>
          <a:xfrm>
            <a:off x="5128004" y="0"/>
            <a:ext cx="7063996" cy="6858000"/>
          </a:xfrm>
          <a:custGeom>
            <a:avLst/>
            <a:gdLst>
              <a:gd name="connsiteX0" fmla="*/ 6658543 w 7063996"/>
              <a:gd name="connsiteY0" fmla="*/ 205058 h 6858000"/>
              <a:gd name="connsiteX1" fmla="*/ 6434159 w 7063996"/>
              <a:gd name="connsiteY1" fmla="*/ 436971 h 6858000"/>
              <a:gd name="connsiteX2" fmla="*/ 6511887 w 7063996"/>
              <a:gd name="connsiteY2" fmla="*/ 551459 h 6858000"/>
              <a:gd name="connsiteX3" fmla="*/ 6591081 w 7063996"/>
              <a:gd name="connsiteY3" fmla="*/ 552927 h 6858000"/>
              <a:gd name="connsiteX4" fmla="*/ 6623162 w 7063996"/>
              <a:gd name="connsiteY4" fmla="*/ 536965 h 6858000"/>
              <a:gd name="connsiteX5" fmla="*/ 6649544 w 7063996"/>
              <a:gd name="connsiteY5" fmla="*/ 513474 h 6858000"/>
              <a:gd name="connsiteX6" fmla="*/ 6642500 w 7063996"/>
              <a:gd name="connsiteY6" fmla="*/ 536398 h 6858000"/>
              <a:gd name="connsiteX7" fmla="*/ 6577699 w 7063996"/>
              <a:gd name="connsiteY7" fmla="*/ 579359 h 6858000"/>
              <a:gd name="connsiteX8" fmla="*/ 6631998 w 7063996"/>
              <a:gd name="connsiteY8" fmla="*/ 594046 h 6858000"/>
              <a:gd name="connsiteX9" fmla="*/ 6761140 w 7063996"/>
              <a:gd name="connsiteY9" fmla="*/ 551453 h 6858000"/>
              <a:gd name="connsiteX10" fmla="*/ 6696569 w 7063996"/>
              <a:gd name="connsiteY10" fmla="*/ 494172 h 6858000"/>
              <a:gd name="connsiteX11" fmla="*/ 6761140 w 7063996"/>
              <a:gd name="connsiteY11" fmla="*/ 525016 h 6858000"/>
              <a:gd name="connsiteX12" fmla="*/ 6846372 w 7063996"/>
              <a:gd name="connsiteY12" fmla="*/ 467391 h 6858000"/>
              <a:gd name="connsiteX13" fmla="*/ 6853587 w 7063996"/>
              <a:gd name="connsiteY13" fmla="*/ 431058 h 6858000"/>
              <a:gd name="connsiteX14" fmla="*/ 6853595 w 7063996"/>
              <a:gd name="connsiteY14" fmla="*/ 431100 h 6858000"/>
              <a:gd name="connsiteX15" fmla="*/ 6853595 w 7063996"/>
              <a:gd name="connsiteY15" fmla="*/ 431017 h 6858000"/>
              <a:gd name="connsiteX16" fmla="*/ 6853595 w 7063996"/>
              <a:gd name="connsiteY16" fmla="*/ 428164 h 6858000"/>
              <a:gd name="connsiteX17" fmla="*/ 6781734 w 7063996"/>
              <a:gd name="connsiteY17" fmla="*/ 279916 h 6858000"/>
              <a:gd name="connsiteX18" fmla="*/ 6668809 w 7063996"/>
              <a:gd name="connsiteY18" fmla="*/ 209461 h 6858000"/>
              <a:gd name="connsiteX19" fmla="*/ 6658543 w 7063996"/>
              <a:gd name="connsiteY19" fmla="*/ 205058 h 6858000"/>
              <a:gd name="connsiteX20" fmla="*/ 0 w 7063996"/>
              <a:gd name="connsiteY20" fmla="*/ 0 h 6858000"/>
              <a:gd name="connsiteX21" fmla="*/ 7063996 w 7063996"/>
              <a:gd name="connsiteY21" fmla="*/ 0 h 6858000"/>
              <a:gd name="connsiteX22" fmla="*/ 7063996 w 7063996"/>
              <a:gd name="connsiteY22" fmla="*/ 6858000 h 6858000"/>
              <a:gd name="connsiteX23" fmla="*/ 0 w 7063996"/>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063996" h="6858000">
                <a:moveTo>
                  <a:pt x="6658543" y="205058"/>
                </a:moveTo>
                <a:cubicBezTo>
                  <a:pt x="6608680" y="265238"/>
                  <a:pt x="6434159" y="310740"/>
                  <a:pt x="6434159" y="436971"/>
                </a:cubicBezTo>
                <a:cubicBezTo>
                  <a:pt x="6434159" y="486876"/>
                  <a:pt x="6464957" y="533846"/>
                  <a:pt x="6511887" y="551459"/>
                </a:cubicBezTo>
                <a:cubicBezTo>
                  <a:pt x="6538285" y="561734"/>
                  <a:pt x="6564683" y="561734"/>
                  <a:pt x="6591081" y="552927"/>
                </a:cubicBezTo>
                <a:cubicBezTo>
                  <a:pt x="6602814" y="549258"/>
                  <a:pt x="6613446" y="543753"/>
                  <a:pt x="6623162" y="536965"/>
                </a:cubicBezTo>
                <a:lnTo>
                  <a:pt x="6649544" y="513474"/>
                </a:lnTo>
                <a:lnTo>
                  <a:pt x="6642500" y="536398"/>
                </a:lnTo>
                <a:cubicBezTo>
                  <a:pt x="6630805" y="558154"/>
                  <a:pt x="6606316" y="574953"/>
                  <a:pt x="6577699" y="579359"/>
                </a:cubicBezTo>
                <a:cubicBezTo>
                  <a:pt x="6586504" y="588171"/>
                  <a:pt x="6607050" y="594046"/>
                  <a:pt x="6631998" y="594046"/>
                </a:cubicBezTo>
                <a:cubicBezTo>
                  <a:pt x="6677491" y="594046"/>
                  <a:pt x="6733257" y="580827"/>
                  <a:pt x="6761140" y="551453"/>
                </a:cubicBezTo>
                <a:cubicBezTo>
                  <a:pt x="6722985" y="552921"/>
                  <a:pt x="6698037" y="527953"/>
                  <a:pt x="6696569" y="494172"/>
                </a:cubicBezTo>
                <a:cubicBezTo>
                  <a:pt x="6714179" y="516203"/>
                  <a:pt x="6736192" y="525016"/>
                  <a:pt x="6761140" y="525016"/>
                </a:cubicBezTo>
                <a:cubicBezTo>
                  <a:pt x="6799663" y="525016"/>
                  <a:pt x="6832407" y="501057"/>
                  <a:pt x="6846372" y="467391"/>
                </a:cubicBezTo>
                <a:lnTo>
                  <a:pt x="6853587" y="431058"/>
                </a:lnTo>
                <a:lnTo>
                  <a:pt x="6853595" y="431100"/>
                </a:lnTo>
                <a:lnTo>
                  <a:pt x="6853595" y="431017"/>
                </a:lnTo>
                <a:lnTo>
                  <a:pt x="6853595" y="428164"/>
                </a:lnTo>
                <a:cubicBezTo>
                  <a:pt x="6853595" y="369452"/>
                  <a:pt x="6824264" y="319547"/>
                  <a:pt x="6781734" y="279916"/>
                </a:cubicBezTo>
                <a:cubicBezTo>
                  <a:pt x="6749469" y="249092"/>
                  <a:pt x="6709872" y="227075"/>
                  <a:pt x="6668809" y="209461"/>
                </a:cubicBezTo>
                <a:cubicBezTo>
                  <a:pt x="6665875" y="207994"/>
                  <a:pt x="6662942" y="206526"/>
                  <a:pt x="6658543" y="205058"/>
                </a:cubicBezTo>
                <a:close/>
                <a:moveTo>
                  <a:pt x="0" y="0"/>
                </a:moveTo>
                <a:lnTo>
                  <a:pt x="7063996" y="0"/>
                </a:lnTo>
                <a:lnTo>
                  <a:pt x="7063996"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en-US"/>
              <a:t>Click icon to add picture</a:t>
            </a:r>
            <a:endParaRPr lang="en-GB"/>
          </a:p>
        </p:txBody>
      </p:sp>
      <p:sp>
        <p:nvSpPr>
          <p:cNvPr id="2" name="Title">
            <a:extLst>
              <a:ext uri="{FF2B5EF4-FFF2-40B4-BE49-F238E27FC236}">
                <a16:creationId xmlns:a16="http://schemas.microsoft.com/office/drawing/2014/main" id="{1B342561-1DD2-4DA7-BA2A-C8E3856FE9BB}"/>
              </a:ext>
            </a:extLst>
          </p:cNvPr>
          <p:cNvSpPr>
            <a:spLocks noGrp="1"/>
          </p:cNvSpPr>
          <p:nvPr>
            <p:ph type="title"/>
          </p:nvPr>
        </p:nvSpPr>
        <p:spPr>
          <a:xfrm>
            <a:off x="404813" y="692696"/>
            <a:ext cx="4562476" cy="2421466"/>
          </a:xfrm>
        </p:spPr>
        <p:txBody>
          <a:bodyPr vert="horz" lIns="72000" tIns="0" rIns="0" bIns="0" rtlCol="0" anchor="b">
            <a:noAutofit/>
          </a:bodyPr>
          <a:lstStyle>
            <a:lvl1pPr>
              <a:lnSpc>
                <a:spcPct val="80000"/>
              </a:lnSpc>
              <a:defRPr lang="en-GB" sz="5400">
                <a:solidFill>
                  <a:schemeClr val="bg1"/>
                </a:solidFill>
              </a:defRPr>
            </a:lvl1pPr>
          </a:lstStyle>
          <a:p>
            <a:pPr lvl="0"/>
            <a:r>
              <a:rPr lang="en-US"/>
              <a:t>Click to edit Master title style</a:t>
            </a:r>
            <a:endParaRPr lang="en-GB"/>
          </a:p>
        </p:txBody>
      </p:sp>
      <p:sp>
        <p:nvSpPr>
          <p:cNvPr id="10" name="Espace réservé du texte 9">
            <a:extLst>
              <a:ext uri="{FF2B5EF4-FFF2-40B4-BE49-F238E27FC236}">
                <a16:creationId xmlns:a16="http://schemas.microsoft.com/office/drawing/2014/main" id="{FC6DF15B-7249-491B-BFB7-9A33784178CD}"/>
              </a:ext>
            </a:extLst>
          </p:cNvPr>
          <p:cNvSpPr>
            <a:spLocks noGrp="1"/>
          </p:cNvSpPr>
          <p:nvPr>
            <p:ph type="body" sz="quarter" idx="12"/>
          </p:nvPr>
        </p:nvSpPr>
        <p:spPr>
          <a:xfrm>
            <a:off x="404813" y="3573040"/>
            <a:ext cx="4395787" cy="2808288"/>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6649199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Dark grey">
    <p:bg>
      <p:bgPr>
        <a:solidFill>
          <a:schemeClr val="accent4"/>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133044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_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EB02FAD1-E14D-41F9-A1BC-FCCF4626291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8929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userDrawn="1">
  <p:cSld name="1_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2133600"/>
          </a:xfrm>
          <a:prstGeom prst="rect">
            <a:avLst/>
          </a:pr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
        <p:nvSpPr>
          <p:cNvPr id="41" name="Text Placeholder 40">
            <a:extLst>
              <a:ext uri="{FF2B5EF4-FFF2-40B4-BE49-F238E27FC236}">
                <a16:creationId xmlns:a16="http://schemas.microsoft.com/office/drawing/2014/main" id="{C725DE95-6727-4A84-8A14-1D2D6D0A9D7F}"/>
              </a:ext>
            </a:extLst>
          </p:cNvPr>
          <p:cNvSpPr>
            <a:spLocks noGrp="1"/>
          </p:cNvSpPr>
          <p:nvPr>
            <p:ph type="body" sz="quarter" idx="23" hasCustomPrompt="1"/>
          </p:nvPr>
        </p:nvSpPr>
        <p:spPr>
          <a:xfrm>
            <a:off x="9691688" y="0"/>
            <a:ext cx="2500312" cy="2133600"/>
          </a:xfrm>
          <a:solidFill>
            <a:srgbClr val="FFB24A"/>
          </a:solidFill>
        </p:spPr>
        <p:txBody>
          <a:bodyPr/>
          <a:lstStyle/>
          <a:p>
            <a:pPr lvl="0"/>
            <a:r>
              <a:rPr lang="en-US"/>
              <a:t> </a:t>
            </a:r>
          </a:p>
        </p:txBody>
      </p:sp>
      <p:sp>
        <p:nvSpPr>
          <p:cNvPr id="36" name="Text Placeholder 35">
            <a:extLst>
              <a:ext uri="{FF2B5EF4-FFF2-40B4-BE49-F238E27FC236}">
                <a16:creationId xmlns:a16="http://schemas.microsoft.com/office/drawing/2014/main" id="{3B96A5C7-3F7A-4462-890D-4AFF67521A16}"/>
              </a:ext>
            </a:extLst>
          </p:cNvPr>
          <p:cNvSpPr>
            <a:spLocks noGrp="1"/>
          </p:cNvSpPr>
          <p:nvPr>
            <p:ph type="body" sz="quarter" idx="22" hasCustomPrompt="1"/>
          </p:nvPr>
        </p:nvSpPr>
        <p:spPr>
          <a:xfrm>
            <a:off x="0" y="0"/>
            <a:ext cx="4872038" cy="2133600"/>
          </a:xfrm>
          <a:prstGeom prst="roundRect">
            <a:avLst>
              <a:gd name="adj" fmla="val 0"/>
            </a:avLst>
          </a:prstGeom>
          <a:solidFill>
            <a:schemeClr val="accent4">
              <a:alpha val="80000"/>
            </a:schemeClr>
          </a:solidFill>
        </p:spPr>
        <p:txBody>
          <a:bodyPr/>
          <a:lstStyle/>
          <a:p>
            <a:pPr lvl="0"/>
            <a:r>
              <a:rPr lang="en-US"/>
              <a:t> </a:t>
            </a:r>
          </a:p>
        </p:txBody>
      </p:sp>
      <p:sp>
        <p:nvSpPr>
          <p:cNvPr id="12" name="Text Placeholder 11">
            <a:extLst>
              <a:ext uri="{FF2B5EF4-FFF2-40B4-BE49-F238E27FC236}">
                <a16:creationId xmlns:a16="http://schemas.microsoft.com/office/drawing/2014/main" id="{F6244789-B0B2-470E-AA75-8678C2EC885C}"/>
              </a:ext>
            </a:extLst>
          </p:cNvPr>
          <p:cNvSpPr>
            <a:spLocks noGrp="1"/>
          </p:cNvSpPr>
          <p:nvPr>
            <p:ph type="body" sz="quarter" idx="14"/>
          </p:nvPr>
        </p:nvSpPr>
        <p:spPr>
          <a:xfrm>
            <a:off x="359222" y="309215"/>
            <a:ext cx="4512642" cy="431800"/>
          </a:xfrm>
        </p:spPr>
        <p:txBody>
          <a:bodyPr>
            <a:normAutofit/>
          </a:bodyPr>
          <a:lstStyle>
            <a:lvl1pPr>
              <a:defRPr sz="1400" cap="all" baseline="0">
                <a:solidFill>
                  <a:schemeClr val="bg1"/>
                </a:solidFill>
              </a:defRPr>
            </a:lvl1pPr>
          </a:lstStyle>
          <a:p>
            <a:pPr lvl="0"/>
            <a:r>
              <a:rPr lang="en-US"/>
              <a:t>Click to edit Master text styles</a:t>
            </a:r>
          </a:p>
        </p:txBody>
      </p:sp>
      <p:sp>
        <p:nvSpPr>
          <p:cNvPr id="13" name="Title 12">
            <a:extLst>
              <a:ext uri="{FF2B5EF4-FFF2-40B4-BE49-F238E27FC236}">
                <a16:creationId xmlns:a16="http://schemas.microsoft.com/office/drawing/2014/main" id="{4F315293-240D-45F7-873B-11BB44A7C998}"/>
              </a:ext>
            </a:extLst>
          </p:cNvPr>
          <p:cNvSpPr>
            <a:spLocks noGrp="1"/>
          </p:cNvSpPr>
          <p:nvPr>
            <p:ph type="title"/>
          </p:nvPr>
        </p:nvSpPr>
        <p:spPr>
          <a:xfrm>
            <a:off x="333202" y="957981"/>
            <a:ext cx="4512642" cy="1008112"/>
          </a:xfrm>
        </p:spPr>
        <p:txBody>
          <a:bodyPr/>
          <a:lstStyle>
            <a:lvl1pPr>
              <a:defRPr>
                <a:solidFill>
                  <a:schemeClr val="bg1"/>
                </a:solidFill>
              </a:defRPr>
            </a:lvl1pPr>
          </a:lstStyle>
          <a:p>
            <a:r>
              <a:rPr lang="en-US"/>
              <a:t>Click to edit Master title style</a:t>
            </a:r>
          </a:p>
        </p:txBody>
      </p:sp>
      <p:sp>
        <p:nvSpPr>
          <p:cNvPr id="16" name="Text Placeholder 15">
            <a:extLst>
              <a:ext uri="{FF2B5EF4-FFF2-40B4-BE49-F238E27FC236}">
                <a16:creationId xmlns:a16="http://schemas.microsoft.com/office/drawing/2014/main" id="{B0492DFD-0804-43EC-AA03-B3C6A594DBF4}"/>
              </a:ext>
            </a:extLst>
          </p:cNvPr>
          <p:cNvSpPr>
            <a:spLocks noGrp="1"/>
          </p:cNvSpPr>
          <p:nvPr>
            <p:ph type="body" sz="quarter" idx="15"/>
          </p:nvPr>
        </p:nvSpPr>
        <p:spPr>
          <a:xfrm>
            <a:off x="424811" y="3552636"/>
            <a:ext cx="3474720" cy="2565400"/>
          </a:xfrm>
        </p:spPr>
        <p:txBody>
          <a:bodyPr>
            <a:norm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17">
            <a:extLst>
              <a:ext uri="{FF2B5EF4-FFF2-40B4-BE49-F238E27FC236}">
                <a16:creationId xmlns:a16="http://schemas.microsoft.com/office/drawing/2014/main" id="{59122B72-E415-45B5-898D-5B6987AA5F23}"/>
              </a:ext>
            </a:extLst>
          </p:cNvPr>
          <p:cNvSpPr>
            <a:spLocks noGrp="1"/>
          </p:cNvSpPr>
          <p:nvPr>
            <p:ph type="body" sz="quarter" idx="16"/>
          </p:nvPr>
        </p:nvSpPr>
        <p:spPr>
          <a:xfrm>
            <a:off x="4370542" y="3552636"/>
            <a:ext cx="3474720" cy="2565400"/>
          </a:xfrm>
        </p:spPr>
        <p:txBody>
          <a:bodyPr>
            <a:norm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19">
            <a:extLst>
              <a:ext uri="{FF2B5EF4-FFF2-40B4-BE49-F238E27FC236}">
                <a16:creationId xmlns:a16="http://schemas.microsoft.com/office/drawing/2014/main" id="{AE25725C-2585-43C2-9B54-9F24223EAB9B}"/>
              </a:ext>
            </a:extLst>
          </p:cNvPr>
          <p:cNvSpPr>
            <a:spLocks noGrp="1"/>
          </p:cNvSpPr>
          <p:nvPr>
            <p:ph type="body" sz="quarter" idx="17"/>
          </p:nvPr>
        </p:nvSpPr>
        <p:spPr>
          <a:xfrm>
            <a:off x="8316274" y="3552636"/>
            <a:ext cx="3474720" cy="2565400"/>
          </a:xfrm>
        </p:spPr>
        <p:txBody>
          <a:bodyPr>
            <a:norm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Picture Placeholder 23">
            <a:extLst>
              <a:ext uri="{FF2B5EF4-FFF2-40B4-BE49-F238E27FC236}">
                <a16:creationId xmlns:a16="http://schemas.microsoft.com/office/drawing/2014/main" id="{51A1BD51-D3B9-4DA5-A7E0-48012BC4C8C5}"/>
              </a:ext>
            </a:extLst>
          </p:cNvPr>
          <p:cNvSpPr>
            <a:spLocks noGrp="1"/>
          </p:cNvSpPr>
          <p:nvPr>
            <p:ph type="pic" sz="quarter" idx="19"/>
          </p:nvPr>
        </p:nvSpPr>
        <p:spPr>
          <a:xfrm>
            <a:off x="4370542" y="2708275"/>
            <a:ext cx="731520" cy="731520"/>
          </a:xfrm>
          <a:prstGeom prst="ellipse">
            <a:avLst/>
          </a:prstGeom>
        </p:spPr>
        <p:txBody>
          <a:bodyPr vert="horz" lIns="0" tIns="0" rIns="0" bIns="0" rtlCol="0">
            <a:normAutofit/>
          </a:bodyPr>
          <a:lstStyle>
            <a:lvl1pPr>
              <a:defRPr lang="en-US" sz="1200"/>
            </a:lvl1pPr>
          </a:lstStyle>
          <a:p>
            <a:pPr lvl="0"/>
            <a:r>
              <a:rPr lang="en-US"/>
              <a:t>Click icon to add picture</a:t>
            </a:r>
          </a:p>
        </p:txBody>
      </p:sp>
      <p:sp>
        <p:nvSpPr>
          <p:cNvPr id="26" name="Picture Placeholder 25">
            <a:extLst>
              <a:ext uri="{FF2B5EF4-FFF2-40B4-BE49-F238E27FC236}">
                <a16:creationId xmlns:a16="http://schemas.microsoft.com/office/drawing/2014/main" id="{A8CAF6C9-3C2E-4A93-9179-0B6374A2E3E8}"/>
              </a:ext>
            </a:extLst>
          </p:cNvPr>
          <p:cNvSpPr>
            <a:spLocks noGrp="1"/>
          </p:cNvSpPr>
          <p:nvPr>
            <p:ph type="pic" sz="quarter" idx="20"/>
          </p:nvPr>
        </p:nvSpPr>
        <p:spPr>
          <a:xfrm>
            <a:off x="8316274" y="2708275"/>
            <a:ext cx="731520" cy="731520"/>
          </a:xfrm>
          <a:prstGeom prst="ellipse">
            <a:avLst/>
          </a:prstGeom>
        </p:spPr>
        <p:txBody>
          <a:bodyPr vert="horz" lIns="0" tIns="0" rIns="0" bIns="0" rtlCol="0">
            <a:normAutofit/>
          </a:bodyPr>
          <a:lstStyle>
            <a:lvl1pPr>
              <a:defRPr lang="en-US" sz="1200"/>
            </a:lvl1pPr>
          </a:lstStyle>
          <a:p>
            <a:pPr lvl="0"/>
            <a:r>
              <a:rPr lang="en-US"/>
              <a:t>Click icon to add picture</a:t>
            </a:r>
          </a:p>
        </p:txBody>
      </p:sp>
      <p:sp>
        <p:nvSpPr>
          <p:cNvPr id="30" name="Text Placeholder 29">
            <a:extLst>
              <a:ext uri="{FF2B5EF4-FFF2-40B4-BE49-F238E27FC236}">
                <a16:creationId xmlns:a16="http://schemas.microsoft.com/office/drawing/2014/main" id="{13063BE2-A688-4431-8F31-D50010039C08}"/>
              </a:ext>
            </a:extLst>
          </p:cNvPr>
          <p:cNvSpPr>
            <a:spLocks noGrp="1"/>
          </p:cNvSpPr>
          <p:nvPr>
            <p:ph type="body" sz="quarter" idx="21"/>
          </p:nvPr>
        </p:nvSpPr>
        <p:spPr>
          <a:xfrm>
            <a:off x="9930440" y="226130"/>
            <a:ext cx="2070215" cy="1728787"/>
          </a:xfrm>
        </p:spPr>
        <p:txBody>
          <a:bodyPr>
            <a:normAutofit/>
          </a:bodyPr>
          <a:lstStyle>
            <a:lvl1pPr>
              <a:lnSpc>
                <a:spcPts val="2100"/>
              </a:lnSpc>
              <a:defRPr sz="1400" cap="all" baseline="0">
                <a:solidFill>
                  <a:schemeClr val="accent3"/>
                </a:solidFill>
              </a:defRPr>
            </a:lvl1pPr>
            <a:lvl2pPr>
              <a:defRPr sz="1050">
                <a:solidFill>
                  <a:schemeClr val="bg1"/>
                </a:solidFill>
              </a:defRPr>
            </a:lvl2pPr>
            <a:lvl3pPr>
              <a:defRPr sz="1050">
                <a:solidFill>
                  <a:schemeClr val="bg1"/>
                </a:solidFill>
              </a:defRPr>
            </a:lvl3pPr>
            <a:lvl4pPr>
              <a:defRPr sz="1050">
                <a:solidFill>
                  <a:schemeClr val="bg1"/>
                </a:solidFill>
              </a:defRPr>
            </a:lvl4pPr>
            <a:lvl5pPr>
              <a:defRPr sz="1050">
                <a:solidFill>
                  <a:schemeClr val="bg1"/>
                </a:solidFill>
              </a:defRPr>
            </a:lvl5pPr>
          </a:lstStyle>
          <a:p>
            <a:pPr lvl="0"/>
            <a:r>
              <a:rPr lang="en-US"/>
              <a:t>Click to edit Master text styles</a:t>
            </a:r>
          </a:p>
        </p:txBody>
      </p:sp>
      <p:grpSp>
        <p:nvGrpSpPr>
          <p:cNvPr id="42" name="Groupe 4095">
            <a:extLst>
              <a:ext uri="{FF2B5EF4-FFF2-40B4-BE49-F238E27FC236}">
                <a16:creationId xmlns:a16="http://schemas.microsoft.com/office/drawing/2014/main" id="{093D1EC2-CB5C-4C62-8CF5-175466360281}"/>
              </a:ext>
            </a:extLst>
          </p:cNvPr>
          <p:cNvGrpSpPr/>
          <p:nvPr userDrawn="1"/>
        </p:nvGrpSpPr>
        <p:grpSpPr>
          <a:xfrm>
            <a:off x="12295891" y="4289244"/>
            <a:ext cx="1462993" cy="2058800"/>
            <a:chOff x="12432704" y="1992581"/>
            <a:chExt cx="1462993" cy="2058800"/>
          </a:xfrm>
        </p:grpSpPr>
        <p:sp>
          <p:nvSpPr>
            <p:cNvPr id="43" name="Forme libre : forme 40">
              <a:extLst>
                <a:ext uri="{FF2B5EF4-FFF2-40B4-BE49-F238E27FC236}">
                  <a16:creationId xmlns:a16="http://schemas.microsoft.com/office/drawing/2014/main" id="{4B2DEA63-19E1-4392-A23F-E29438182322}"/>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4" name="Forme libre : forme 41">
              <a:extLst>
                <a:ext uri="{FF2B5EF4-FFF2-40B4-BE49-F238E27FC236}">
                  <a16:creationId xmlns:a16="http://schemas.microsoft.com/office/drawing/2014/main" id="{85389E95-335A-4C3B-9719-D727B7D1E51A}"/>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5" name="Forme libre : forme 42">
              <a:extLst>
                <a:ext uri="{FF2B5EF4-FFF2-40B4-BE49-F238E27FC236}">
                  <a16:creationId xmlns:a16="http://schemas.microsoft.com/office/drawing/2014/main" id="{D5C3C347-97F0-4753-842A-9CEAB0CD602E}"/>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6" name="Forme libre : forme 43">
              <a:extLst>
                <a:ext uri="{FF2B5EF4-FFF2-40B4-BE49-F238E27FC236}">
                  <a16:creationId xmlns:a16="http://schemas.microsoft.com/office/drawing/2014/main" id="{867EE49F-A2F3-40E4-B7A1-4C1C8B46321F}"/>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7" name="Forme libre : forme 44">
              <a:extLst>
                <a:ext uri="{FF2B5EF4-FFF2-40B4-BE49-F238E27FC236}">
                  <a16:creationId xmlns:a16="http://schemas.microsoft.com/office/drawing/2014/main" id="{74D15298-EF8A-4DA1-840C-55A9C1C6461F}"/>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8" name="Forme libre : forme 45">
              <a:extLst>
                <a:ext uri="{FF2B5EF4-FFF2-40B4-BE49-F238E27FC236}">
                  <a16:creationId xmlns:a16="http://schemas.microsoft.com/office/drawing/2014/main" id="{6CD1226E-B776-4097-9CAC-1ABEB4F343D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9" name="Forme libre : forme 46">
              <a:extLst>
                <a:ext uri="{FF2B5EF4-FFF2-40B4-BE49-F238E27FC236}">
                  <a16:creationId xmlns:a16="http://schemas.microsoft.com/office/drawing/2014/main" id="{2970F72C-9260-446C-BF89-4C21701C3461}"/>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50" name="Forme libre : forme 47">
              <a:extLst>
                <a:ext uri="{FF2B5EF4-FFF2-40B4-BE49-F238E27FC236}">
                  <a16:creationId xmlns:a16="http://schemas.microsoft.com/office/drawing/2014/main" id="{D2FE7424-A9F7-41C7-91F4-55C5671BC82C}"/>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51" name="Forme libre : forme 48">
              <a:extLst>
                <a:ext uri="{FF2B5EF4-FFF2-40B4-BE49-F238E27FC236}">
                  <a16:creationId xmlns:a16="http://schemas.microsoft.com/office/drawing/2014/main" id="{578C00DB-9B0D-424B-9718-D99CA505FD22}"/>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2" name="Forme libre : forme 49">
              <a:extLst>
                <a:ext uri="{FF2B5EF4-FFF2-40B4-BE49-F238E27FC236}">
                  <a16:creationId xmlns:a16="http://schemas.microsoft.com/office/drawing/2014/main" id="{C50E963A-B8A2-4F56-987D-92EE3ADEB11D}"/>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3" name="Forme libre : forme 50">
              <a:extLst>
                <a:ext uri="{FF2B5EF4-FFF2-40B4-BE49-F238E27FC236}">
                  <a16:creationId xmlns:a16="http://schemas.microsoft.com/office/drawing/2014/main" id="{96EA96D9-F85E-4288-AF3E-E3163654E1EC}"/>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4" name="Forme libre : forme 51">
              <a:extLst>
                <a:ext uri="{FF2B5EF4-FFF2-40B4-BE49-F238E27FC236}">
                  <a16:creationId xmlns:a16="http://schemas.microsoft.com/office/drawing/2014/main" id="{9BDC0FB9-0EA2-436D-802A-A66D0DBBCB9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5" name="Forme libre : forme 52">
              <a:extLst>
                <a:ext uri="{FF2B5EF4-FFF2-40B4-BE49-F238E27FC236}">
                  <a16:creationId xmlns:a16="http://schemas.microsoft.com/office/drawing/2014/main" id="{04D88622-69DF-4CB5-82CD-640C688C9885}"/>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6" name="Forme libre : forme 53">
              <a:extLst>
                <a:ext uri="{FF2B5EF4-FFF2-40B4-BE49-F238E27FC236}">
                  <a16:creationId xmlns:a16="http://schemas.microsoft.com/office/drawing/2014/main" id="{A0C91EA0-7A79-4B8C-BD7A-61CA28896A59}"/>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7" name="Forme libre : forme 54">
              <a:extLst>
                <a:ext uri="{FF2B5EF4-FFF2-40B4-BE49-F238E27FC236}">
                  <a16:creationId xmlns:a16="http://schemas.microsoft.com/office/drawing/2014/main" id="{A58F9C70-2A3E-4BF4-B360-928E5516C1E8}"/>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8" name="Forme libre : forme 55">
              <a:extLst>
                <a:ext uri="{FF2B5EF4-FFF2-40B4-BE49-F238E27FC236}">
                  <a16:creationId xmlns:a16="http://schemas.microsoft.com/office/drawing/2014/main" id="{6587FE20-5CB3-47CC-B598-ADD11C80997E}"/>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9" name="Forme libre : forme 56">
              <a:extLst>
                <a:ext uri="{FF2B5EF4-FFF2-40B4-BE49-F238E27FC236}">
                  <a16:creationId xmlns:a16="http://schemas.microsoft.com/office/drawing/2014/main" id="{7ADF7701-8B43-473D-803B-25417091F48B}"/>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60" name="Forme libre : forme 57">
              <a:extLst>
                <a:ext uri="{FF2B5EF4-FFF2-40B4-BE49-F238E27FC236}">
                  <a16:creationId xmlns:a16="http://schemas.microsoft.com/office/drawing/2014/main" id="{DD374248-F529-4AF6-A61D-058BB1257070}"/>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61" name="Forme libre : forme 58">
              <a:extLst>
                <a:ext uri="{FF2B5EF4-FFF2-40B4-BE49-F238E27FC236}">
                  <a16:creationId xmlns:a16="http://schemas.microsoft.com/office/drawing/2014/main" id="{9B7A2F31-ACAF-4A13-A956-BEF5E25606F5}"/>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2" name="Forme libre : forme 59">
              <a:extLst>
                <a:ext uri="{FF2B5EF4-FFF2-40B4-BE49-F238E27FC236}">
                  <a16:creationId xmlns:a16="http://schemas.microsoft.com/office/drawing/2014/main" id="{6399DF14-3B01-4E7B-AE21-04C61436468E}"/>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3" name="Picture Placeholder 21">
            <a:extLst>
              <a:ext uri="{FF2B5EF4-FFF2-40B4-BE49-F238E27FC236}">
                <a16:creationId xmlns:a16="http://schemas.microsoft.com/office/drawing/2014/main" id="{CECFE33A-3059-45BD-BAA3-441C7D254302}"/>
              </a:ext>
            </a:extLst>
          </p:cNvPr>
          <p:cNvSpPr>
            <a:spLocks noGrp="1"/>
          </p:cNvSpPr>
          <p:nvPr>
            <p:ph type="pic" sz="quarter" idx="24"/>
          </p:nvPr>
        </p:nvSpPr>
        <p:spPr>
          <a:xfrm>
            <a:off x="407368" y="2708275"/>
            <a:ext cx="731520" cy="731520"/>
          </a:xfrm>
          <a:prstGeom prst="ellipse">
            <a:avLst/>
          </a:prstGeom>
        </p:spPr>
        <p:txBody>
          <a:bodyPr>
            <a:normAutofit/>
          </a:bodyPr>
          <a:lstStyle>
            <a:lvl1pPr>
              <a:defRPr sz="1200"/>
            </a:lvl1pPr>
          </a:lstStyle>
          <a:p>
            <a:r>
              <a:rPr lang="en-US"/>
              <a:t>Click icon to add picture</a:t>
            </a:r>
          </a:p>
        </p:txBody>
      </p:sp>
      <p:sp>
        <p:nvSpPr>
          <p:cNvPr id="4" name="Text Placeholder 3">
            <a:extLst>
              <a:ext uri="{FF2B5EF4-FFF2-40B4-BE49-F238E27FC236}">
                <a16:creationId xmlns:a16="http://schemas.microsoft.com/office/drawing/2014/main" id="{6830B411-2AF8-4F4D-9CE2-8CF81B6FD313}"/>
              </a:ext>
            </a:extLst>
          </p:cNvPr>
          <p:cNvSpPr>
            <a:spLocks noGrp="1"/>
          </p:cNvSpPr>
          <p:nvPr>
            <p:ph type="body" sz="quarter" idx="25"/>
          </p:nvPr>
        </p:nvSpPr>
        <p:spPr>
          <a:xfrm>
            <a:off x="1271588" y="2772410"/>
            <a:ext cx="2627312" cy="603250"/>
          </a:xfrm>
        </p:spPr>
        <p:txBody>
          <a:bodyPr>
            <a:noAutofit/>
          </a:bodyPr>
          <a:lstStyle>
            <a:lvl1pPr>
              <a:defRPr sz="1300"/>
            </a:lvl1pPr>
            <a:lvl2pPr>
              <a:defRPr sz="1400"/>
            </a:lvl2pPr>
            <a:lvl3pPr>
              <a:defRPr sz="1400"/>
            </a:lvl3pPr>
            <a:lvl4pPr>
              <a:defRPr sz="1400"/>
            </a:lvl4pPr>
            <a:lvl5pPr>
              <a:defRPr sz="1400"/>
            </a:lvl5pPr>
          </a:lstStyle>
          <a:p>
            <a:pPr lvl="0"/>
            <a:r>
              <a:rPr lang="en-US"/>
              <a:t>Click to edit Master text styles</a:t>
            </a:r>
          </a:p>
        </p:txBody>
      </p:sp>
      <p:sp>
        <p:nvSpPr>
          <p:cNvPr id="15" name="Text Placeholder 14">
            <a:extLst>
              <a:ext uri="{FF2B5EF4-FFF2-40B4-BE49-F238E27FC236}">
                <a16:creationId xmlns:a16="http://schemas.microsoft.com/office/drawing/2014/main" id="{974319B4-996C-40DF-807D-56DD057B4308}"/>
              </a:ext>
            </a:extLst>
          </p:cNvPr>
          <p:cNvSpPr>
            <a:spLocks noGrp="1"/>
          </p:cNvSpPr>
          <p:nvPr>
            <p:ph type="body" sz="quarter" idx="26"/>
          </p:nvPr>
        </p:nvSpPr>
        <p:spPr>
          <a:xfrm>
            <a:off x="5232399" y="2772283"/>
            <a:ext cx="2624328" cy="603504"/>
          </a:xfrm>
        </p:spPr>
        <p:txBody>
          <a:bodyPr vert="horz" lIns="0" tIns="0" rIns="0" bIns="0" rtlCol="0">
            <a:noAutofit/>
          </a:bodyPr>
          <a:lstStyle>
            <a:lvl1pPr>
              <a:defRPr lang="en-US" sz="1300" dirty="0" smtClean="0"/>
            </a:lvl1pPr>
            <a:lvl2pPr>
              <a:defRPr lang="en-US" sz="1400" dirty="0" smtClean="0"/>
            </a:lvl2pPr>
            <a:lvl3pPr>
              <a:defRPr lang="en-US" sz="1400" dirty="0" smtClean="0"/>
            </a:lvl3pPr>
            <a:lvl4pPr>
              <a:defRPr lang="en-US" dirty="0" smtClean="0"/>
            </a:lvl4pPr>
            <a:lvl5pPr>
              <a:defRPr lang="en-US" dirty="0"/>
            </a:lvl5pPr>
          </a:lstStyle>
          <a:p>
            <a:pPr lvl="0"/>
            <a:r>
              <a:rPr lang="en-US"/>
              <a:t>Click to edit Master text styles</a:t>
            </a:r>
          </a:p>
        </p:txBody>
      </p:sp>
      <p:sp>
        <p:nvSpPr>
          <p:cNvPr id="19" name="Text Placeholder 18">
            <a:extLst>
              <a:ext uri="{FF2B5EF4-FFF2-40B4-BE49-F238E27FC236}">
                <a16:creationId xmlns:a16="http://schemas.microsoft.com/office/drawing/2014/main" id="{F980CE68-2070-4CE7-B71F-2EAC4B8C0479}"/>
              </a:ext>
            </a:extLst>
          </p:cNvPr>
          <p:cNvSpPr>
            <a:spLocks noGrp="1"/>
          </p:cNvSpPr>
          <p:nvPr>
            <p:ph type="body" sz="quarter" idx="27"/>
          </p:nvPr>
        </p:nvSpPr>
        <p:spPr>
          <a:xfrm>
            <a:off x="9120188" y="2772283"/>
            <a:ext cx="2664444" cy="603504"/>
          </a:xfrm>
        </p:spPr>
        <p:txBody>
          <a:bodyPr vert="horz" lIns="0" tIns="0" rIns="0" bIns="0" rtlCol="0">
            <a:noAutofit/>
          </a:bodyPr>
          <a:lstStyle>
            <a:lvl1pPr>
              <a:defRPr lang="en-US" sz="1300" smtClean="0"/>
            </a:lvl1pPr>
            <a:lvl2pPr>
              <a:defRPr lang="en-US" sz="1400" smtClean="0"/>
            </a:lvl2pPr>
            <a:lvl3pPr>
              <a:defRPr lang="en-US" sz="1400" smtClean="0"/>
            </a:lvl3pPr>
            <a:lvl4pPr>
              <a:defRPr lang="en-US" smtClean="0"/>
            </a:lvl4pPr>
            <a:lvl5pPr>
              <a:defRPr lang="en-US"/>
            </a:lvl5pPr>
          </a:lstStyle>
          <a:p>
            <a:pPr lvl="0"/>
            <a:r>
              <a:rPr lang="en-US"/>
              <a:t>Click to edit Master text styles</a:t>
            </a:r>
          </a:p>
        </p:txBody>
      </p:sp>
      <p:pic>
        <p:nvPicPr>
          <p:cNvPr id="21" name="Picture 20" descr="A person holding a tablet in a warehouse&#10;&#10;Description automatically generated with medium confidence">
            <a:extLst>
              <a:ext uri="{FF2B5EF4-FFF2-40B4-BE49-F238E27FC236}">
                <a16:creationId xmlns:a16="http://schemas.microsoft.com/office/drawing/2014/main" id="{DB2EB653-39EA-4C83-8498-2CED6F2F0E9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479" t="46949" r="1479" b="13711"/>
          <a:stretch/>
        </p:blipFill>
        <p:spPr>
          <a:xfrm>
            <a:off x="1737674" y="0"/>
            <a:ext cx="8073390" cy="2120900"/>
          </a:xfrm>
          <a:prstGeom prst="rect">
            <a:avLst/>
          </a:prstGeom>
        </p:spPr>
      </p:pic>
    </p:spTree>
    <p:extLst>
      <p:ext uri="{BB962C8B-B14F-4D97-AF65-F5344CB8AC3E}">
        <p14:creationId xmlns:p14="http://schemas.microsoft.com/office/powerpoint/2010/main" val="76733947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Purple">
    <p:bg>
      <p:bgPr>
        <a:solidFill>
          <a:schemeClr val="accent4"/>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419802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Customer-centricity-2">
    <p:bg>
      <p:bgPr>
        <a:solidFill>
          <a:schemeClr val="accent4"/>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9D51783-97E1-F844-8B7E-8699C2ACE715}"/>
              </a:ext>
            </a:extLst>
          </p:cNvPr>
          <p:cNvSpPr/>
          <p:nvPr userDrawn="1"/>
        </p:nvSpPr>
        <p:spPr>
          <a:xfrm>
            <a:off x="7386351" y="-1"/>
            <a:ext cx="4871864"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L" sz="1600" b="0" i="0" err="1">
              <a:latin typeface="Ubuntu" panose="020B0504030602030204" pitchFamily="34" charset="0"/>
            </a:endParaRPr>
          </a:p>
        </p:txBody>
      </p:sp>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pic>
        <p:nvPicPr>
          <p:cNvPr id="6" name="Image 5">
            <a:extLst>
              <a:ext uri="{FF2B5EF4-FFF2-40B4-BE49-F238E27FC236}">
                <a16:creationId xmlns:a16="http://schemas.microsoft.com/office/drawing/2014/main" id="{D7D47337-6EA3-4615-B7AB-FCC0F411FC49}"/>
              </a:ext>
            </a:extLst>
          </p:cNvPr>
          <p:cNvPicPr>
            <a:picLocks noChangeAspect="1"/>
          </p:cNvPicPr>
          <p:nvPr userDrawn="1"/>
        </p:nvPicPr>
        <p:blipFill rotWithShape="1">
          <a:blip r:embed="rId5"/>
          <a:srcRect l="5457" r="5457"/>
          <a:stretch/>
        </p:blipFill>
        <p:spPr>
          <a:xfrm rot="5400000">
            <a:off x="-954167" y="881783"/>
            <a:ext cx="6858002" cy="5094433"/>
          </a:xfrm>
          <a:prstGeom prst="rect">
            <a:avLst/>
          </a:prstGeom>
        </p:spPr>
      </p:pic>
      <p:sp>
        <p:nvSpPr>
          <p:cNvPr id="7" name="Rectangle 6">
            <a:extLst>
              <a:ext uri="{FF2B5EF4-FFF2-40B4-BE49-F238E27FC236}">
                <a16:creationId xmlns:a16="http://schemas.microsoft.com/office/drawing/2014/main" id="{58C72C05-B466-4B3D-ACCD-1D3CDDBBDE69}"/>
              </a:ext>
            </a:extLst>
          </p:cNvPr>
          <p:cNvSpPr/>
          <p:nvPr userDrawn="1"/>
        </p:nvSpPr>
        <p:spPr>
          <a:xfrm>
            <a:off x="-473957" y="-5"/>
            <a:ext cx="5496008" cy="6858003"/>
          </a:xfrm>
          <a:prstGeom prst="rect">
            <a:avLst/>
          </a:prstGeom>
          <a:solidFill>
            <a:schemeClr val="bg1">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67543795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_Disposition personnalisé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2E0F0F-C059-4E60-ACA8-C2277E794CAF}"/>
              </a:ext>
            </a:extLst>
          </p:cNvPr>
          <p:cNvSpPr>
            <a:spLocks noGrp="1"/>
          </p:cNvSpPr>
          <p:nvPr>
            <p:ph type="title"/>
          </p:nvPr>
        </p:nvSpPr>
        <p:spPr>
          <a:xfrm>
            <a:off x="227349" y="0"/>
            <a:ext cx="11125236" cy="1104900"/>
          </a:xfrm>
        </p:spPr>
        <p:txBody>
          <a:bodyPr/>
          <a:lstStyle/>
          <a:p>
            <a:r>
              <a:rPr lang="fr-FR" err="1"/>
              <a:t>Title</a:t>
            </a:r>
            <a:br>
              <a:rPr lang="fr-FR">
                <a:solidFill>
                  <a:srgbClr val="FFFFFF"/>
                </a:solidFill>
              </a:rPr>
            </a:br>
            <a:r>
              <a:rPr lang="fr-FR" sz="2000" err="1">
                <a:solidFill>
                  <a:srgbClr val="12ABDB"/>
                </a:solidFill>
              </a:rPr>
              <a:t>subtitle</a:t>
            </a:r>
            <a:endParaRPr lang="fr-FR"/>
          </a:p>
        </p:txBody>
      </p:sp>
    </p:spTree>
    <p:extLst>
      <p:ext uri="{BB962C8B-B14F-4D97-AF65-F5344CB8AC3E}">
        <p14:creationId xmlns:p14="http://schemas.microsoft.com/office/powerpoint/2010/main" val="345363706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4_Titre et contenu">
    <p:bg>
      <p:bgPr>
        <a:solidFill>
          <a:schemeClr val="bg2"/>
        </a:solidFill>
        <a:effectLst/>
      </p:bgPr>
    </p:bg>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C3EBE71E-EAA5-A344-9779-753D0B57971E}"/>
              </a:ext>
            </a:extLst>
          </p:cNvPr>
          <p:cNvSpPr>
            <a:spLocks noGrp="1"/>
          </p:cNvSpPr>
          <p:nvPr>
            <p:ph type="body" sz="quarter" idx="11" hasCustomPrompt="1"/>
          </p:nvPr>
        </p:nvSpPr>
        <p:spPr>
          <a:xfrm>
            <a:off x="479425" y="476250"/>
            <a:ext cx="6745288" cy="438150"/>
          </a:xfrm>
          <a:prstGeom prst="rect">
            <a:avLst/>
          </a:prstGeom>
        </p:spPr>
        <p:txBody>
          <a:bodyPr lIns="0" tIns="72000" rIns="0" bIns="0" anchor="t"/>
          <a:lstStyle>
            <a:lvl1pPr>
              <a:lnSpc>
                <a:spcPts val="2800"/>
              </a:lnSpc>
              <a:spcBef>
                <a:spcPts val="0"/>
              </a:spcBef>
              <a:defRPr sz="2600" b="0" i="0" spc="0" baseline="0">
                <a:solidFill>
                  <a:schemeClr val="accent1"/>
                </a:solidFill>
                <a:latin typeface="Ubuntu Light" panose="020B0304030602030204" pitchFamily="34" charset="0"/>
              </a:defRPr>
            </a:lvl1pPr>
          </a:lstStyle>
          <a:p>
            <a:pPr lvl="0"/>
            <a:r>
              <a:rPr lang="en-GB"/>
              <a:t>Click to edit master text styles</a:t>
            </a:r>
          </a:p>
        </p:txBody>
      </p:sp>
    </p:spTree>
    <p:extLst>
      <p:ext uri="{BB962C8B-B14F-4D97-AF65-F5344CB8AC3E}">
        <p14:creationId xmlns:p14="http://schemas.microsoft.com/office/powerpoint/2010/main" val="57800016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7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261872"/>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nchor="t" anchorCtr="0"/>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411870786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1_Title Only Grey">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8E58F-8094-1E41-530A-1113B3879770}"/>
              </a:ext>
            </a:extLst>
          </p:cNvPr>
          <p:cNvSpPr>
            <a:spLocks noGrp="1"/>
          </p:cNvSpPr>
          <p:nvPr>
            <p:ph type="title" hasCustomPrompt="1"/>
          </p:nvPr>
        </p:nvSpPr>
        <p:spPr>
          <a:xfrm>
            <a:off x="4295775" y="260350"/>
            <a:ext cx="7127609" cy="792163"/>
          </a:xfrm>
        </p:spPr>
        <p:txBody>
          <a:bodyPr anchor="ctr"/>
          <a:lstStyle>
            <a:lvl1pPr>
              <a:defRPr sz="2000">
                <a:solidFill>
                  <a:schemeClr val="bg1"/>
                </a:solidFill>
              </a:defRPr>
            </a:lvl1pPr>
          </a:lstStyle>
          <a:p>
            <a:r>
              <a:rPr lang="fr-FR"/>
              <a:t>Modifiez le style du titre</a:t>
            </a:r>
            <a:endParaRPr lang="en-US"/>
          </a:p>
        </p:txBody>
      </p:sp>
    </p:spTree>
    <p:extLst>
      <p:ext uri="{BB962C8B-B14F-4D97-AF65-F5344CB8AC3E}">
        <p14:creationId xmlns:p14="http://schemas.microsoft.com/office/powerpoint/2010/main" val="181805228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666DBF-5692-430F-9201-A6686F789BE2}"/>
              </a:ext>
            </a:extLst>
          </p:cNvPr>
          <p:cNvSpPr>
            <a:spLocks noGrp="1"/>
          </p:cNvSpPr>
          <p:nvPr>
            <p:ph type="title"/>
          </p:nvPr>
        </p:nvSpPr>
        <p:spPr>
          <a:xfrm>
            <a:off x="404813" y="388188"/>
            <a:ext cx="10947772" cy="716711"/>
          </a:xfrm>
          <a:prstGeom prst="rect">
            <a:avLst/>
          </a:prstGeom>
        </p:spPr>
        <p:txBody>
          <a:bodyPr vert="horz" lIns="0" tIns="0" rIns="0" bIns="0" rtlCol="0" anchor="t">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Tree>
    <p:extLst>
      <p:ext uri="{BB962C8B-B14F-4D97-AF65-F5344CB8AC3E}">
        <p14:creationId xmlns:p14="http://schemas.microsoft.com/office/powerpoint/2010/main" val="139243869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4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fr-FR"/>
              <a:t>Modifiez le style du titre</a:t>
            </a:r>
            <a:endParaRPr lang="de-DE"/>
          </a:p>
        </p:txBody>
      </p:sp>
    </p:spTree>
    <p:extLst>
      <p:ext uri="{BB962C8B-B14F-4D97-AF65-F5344CB8AC3E}">
        <p14:creationId xmlns:p14="http://schemas.microsoft.com/office/powerpoint/2010/main" val="24742205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theme" Target="../theme/theme1.xml"/><Relationship Id="rId44" Type="http://schemas.openxmlformats.org/officeDocument/2006/relationships/tags" Target="../tags/tag1.xml"/><Relationship Id="rId45" Type="http://schemas.openxmlformats.org/officeDocument/2006/relationships/oleObject" Target="../embeddings/oleObject1.bin"/><Relationship Id="rId46"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44"/>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5" imgW="270" imgH="270" progId="TCLayout.ActiveDocument.1">
                  <p:embed/>
                </p:oleObj>
              </mc:Choice>
              <mc:Fallback>
                <p:oleObj name="think-cell Slide" r:id="rId45" imgW="270" imgH="270" progId="TCLayout.ActiveDocument.1">
                  <p:embed/>
                  <p:pic>
                    <p:nvPicPr>
                      <p:cNvPr id="21" name="Object 20" hidden="1"/>
                      <p:cNvPicPr>
                        <a:picLocks noChangeAspect="1" noChangeArrowheads="1"/>
                      </p:cNvPicPr>
                      <p:nvPr/>
                    </p:nvPicPr>
                    <p:blipFill>
                      <a:blip r:embed="rId46">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t" anchorCtr="0">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 / 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17871"/>
            <a:ext cx="375097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AI &amp; Data Engineering Offer |  Group Portfolio | AI &amp; Data Engineering Team | 2022-2023</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‹N°›</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2022-2023. All rights reserved |</a:t>
            </a:r>
          </a:p>
        </p:txBody>
      </p:sp>
    </p:spTree>
    <p:extLst>
      <p:ext uri="{BB962C8B-B14F-4D97-AF65-F5344CB8AC3E}">
        <p14:creationId xmlns:p14="http://schemas.microsoft.com/office/powerpoint/2010/main" val="5401147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3.jpe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hoto terrain" descr="01_cle_dynamometrique_tag.png"/>
          <p:cNvPicPr>
            <a:picLocks noChangeAspect="1"/>
          </p:cNvPicPr>
          <p:nvPr/>
        </p:nvPicPr>
        <p:blipFill>
          <a:blip r:embed="rId7"/>
          <a:stretch>
            <a:fillRect/>
          </a:stretch>
        </p:blipFill>
        <p:spPr>
          <a:xfrm>
            <a:off x="-237744" y="9144"/>
            <a:ext cx="3456432" cy="6848856"/>
          </a:xfrm>
          <a:prstGeom prst="rect">
            <a:avLst/>
          </a:prstGeom>
        </p:spPr>
      </p:pic>
      <p:sp>
        <p:nvSpPr>
          <p:cNvPr id="10" name="Rectangle 9">
            <a:extLst>
              <a:ext uri="{FF2B5EF4-FFF2-40B4-BE49-F238E27FC236}">
                <a16:creationId xmlns:a16="http://schemas.microsoft.com/office/drawing/2014/main" id="{2505C501-264D-EA85-DD31-CF62D3D752F0}"/>
              </a:ext>
            </a:extLst>
          </p:cNvPr>
          <p:cNvSpPr/>
          <p:nvPr/>
        </p:nvSpPr>
        <p:spPr>
          <a:xfrm>
            <a:off x="-240703" y="10076"/>
            <a:ext cx="3744415" cy="6847924"/>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400" b="0" i="0" u="none" strike="noStrike" kern="1200" cap="none" spc="0" normalizeH="0" baseline="0" noProof="0" err="1">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2" name="Header"/>
          <p:cNvSpPr txBox="1"/>
          <p:nvPr/>
        </p:nvSpPr>
        <p:spPr>
          <a:xfrm>
            <a:off x="3968496" y="118872"/>
            <a:ext cx="7772400" cy="822960"/>
          </a:xfrm>
          <a:prstGeom prst="rect">
            <a:avLst/>
          </a:prstGeom>
          <a:noFill/>
        </p:spPr>
        <p:txBody>
          <a:bodyPr wrap="square">
            <a:spAutoFit/>
          </a:bodyPr>
          <a:lstStyle/>
          <a:p>
            <a:pPr algn="l"/>
            <a:r>
              <a:rPr sz="1800" b="1">
                <a:solidFill>
                  <a:srgbClr val="FFFFFF"/>
                </a:solidFill>
                <a:latin typeface="Ubuntu Medium"/>
              </a:rPr>
              <a:t>Code Resonance  ·  Hackathon Capgemini × Anthropic 2026</a:t>
            </a:r>
          </a:p>
          <a:p>
            <a:pPr algn="l"/>
            <a:r>
              <a:rPr sz="1400" b="0">
                <a:solidFill>
                  <a:srgbClr val="FFFFFF"/>
                </a:solidFill>
                <a:latin typeface="Ubuntu"/>
              </a:rPr>
              <a:t>UC 28 — Inspection Augmentée : le copilote des auditeurs terrain</a:t>
            </a:r>
          </a:p>
        </p:txBody>
      </p:sp>
      <p:sp>
        <p:nvSpPr>
          <p:cNvPr id="13" name="Content"/>
          <p:cNvSpPr txBox="1"/>
          <p:nvPr/>
        </p:nvSpPr>
        <p:spPr>
          <a:xfrm>
            <a:off x="3657600" y="932688"/>
            <a:ext cx="6583680" cy="4389120"/>
          </a:xfrm>
          <a:prstGeom prst="rect">
            <a:avLst/>
          </a:prstGeom>
          <a:noFill/>
        </p:spPr>
        <p:txBody>
          <a:bodyPr wrap="square">
            <a:spAutoFit/>
          </a:bodyPr>
          <a:lstStyle/>
          <a:p/>
          <a:p>
            <a:pPr algn="l">
              <a:spcAft>
                <a:spcPts val="200"/>
              </a:spcAft>
            </a:pPr>
            <a:r>
              <a:rPr sz="1300" b="1">
                <a:solidFill>
                  <a:srgbClr val="00B0F0"/>
                </a:solidFill>
                <a:latin typeface="Ubuntu"/>
              </a:rPr>
              <a:t>Objectifs  </a:t>
            </a:r>
            <a:r>
              <a:rPr sz="1000" b="0">
                <a:solidFill>
                  <a:srgbClr val="FFFFFF"/>
                </a:solidFill>
                <a:latin typeface="Ubuntu"/>
              </a:rPr>
              <a:t>Inverser le ratio 90 % paperasse / 10 % terrain des auditeurs Bureau Veritas.</a:t>
            </a:r>
          </a:p>
          <a:p>
            <a:pPr algn="l">
              <a:spcAft>
                <a:spcPts val="600"/>
              </a:spcAft>
            </a:pPr>
            <a:r>
              <a:rPr sz="1000" b="0">
                <a:solidFill>
                  <a:srgbClr val="FFFFFF"/>
                </a:solidFill>
                <a:latin typeface="Ubuntu"/>
              </a:rPr>
              <a:t>Assister Marc Lefèvre avant, pendant et après chaque mission ISO — sans jamais décider à sa place.</a:t>
            </a:r>
          </a:p>
          <a:p>
            <a:pPr algn="l">
              <a:spcBef>
                <a:spcPts val="400"/>
              </a:spcBef>
              <a:spcAft>
                <a:spcPts val="200"/>
              </a:spcAft>
            </a:pPr>
            <a:r>
              <a:rPr sz="1300" b="1">
                <a:solidFill>
                  <a:srgbClr val="00B0F0"/>
                </a:solidFill>
                <a:latin typeface="Ubuntu"/>
              </a:rPr>
              <a:t>Contexte et enjeux</a:t>
            </a:r>
          </a:p>
          <a:p>
            <a:pPr algn="l"/>
            <a:r>
              <a:rPr sz="1000" b="0">
                <a:solidFill>
                  <a:srgbClr val="FFFFFF"/>
                </a:solidFill>
                <a:latin typeface="Ubuntu"/>
              </a:rPr>
              <a:t>Bureau Veritas déploie des auditeurs sur des sites industriels (RATP, Apave). Cinq douleurs non résolues :</a:t>
            </a:r>
          </a:p>
          <a:p>
            <a:pPr algn="l">
              <a:spcBef>
                <a:spcPts val="100"/>
              </a:spcBef>
            </a:pPr>
            <a:r>
              <a:rPr sz="1000" b="0">
                <a:solidFill>
                  <a:srgbClr val="FFFFFF"/>
                </a:solidFill>
                <a:latin typeface="Ubuntu"/>
              </a:rPr>
              <a:t>•  Expertise rare et difficile à transmettre à la prochaine génération</a:t>
            </a:r>
          </a:p>
          <a:p>
            <a:pPr algn="l">
              <a:spcBef>
                <a:spcPts val="100"/>
              </a:spcBef>
            </a:pPr>
            <a:r>
              <a:rPr sz="1000" b="0">
                <a:solidFill>
                  <a:srgbClr val="FFFFFF"/>
                </a:solidFill>
                <a:latin typeface="Ubuntu"/>
              </a:rPr>
              <a:t>•  Préparation longue et hétérogène d'un auditeur à l'autre</a:t>
            </a:r>
          </a:p>
          <a:p>
            <a:pPr algn="l">
              <a:spcBef>
                <a:spcPts val="100"/>
              </a:spcBef>
            </a:pPr>
            <a:r>
              <a:rPr sz="1000" b="0">
                <a:solidFill>
                  <a:srgbClr val="FFFFFF"/>
                </a:solidFill>
                <a:latin typeface="Ubuntu"/>
              </a:rPr>
              <a:t>•  Historique des NC jamais exploité sur le terrain</a:t>
            </a:r>
          </a:p>
          <a:p>
            <a:pPr algn="l">
              <a:spcBef>
                <a:spcPts val="100"/>
              </a:spcBef>
            </a:pPr>
            <a:r>
              <a:rPr sz="1000" b="0">
                <a:solidFill>
                  <a:srgbClr val="FFFFFF"/>
                </a:solidFill>
                <a:latin typeface="Ubuntu"/>
              </a:rPr>
              <a:t>•  Constats parfois subjectifs — traçabilité insuffisante</a:t>
            </a:r>
          </a:p>
          <a:p>
            <a:pPr algn="l">
              <a:spcBef>
                <a:spcPts val="100"/>
              </a:spcBef>
            </a:pPr>
            <a:r>
              <a:rPr sz="1000" b="0">
                <a:solidFill>
                  <a:srgbClr val="FFFFFF"/>
                </a:solidFill>
                <a:latin typeface="Ubuntu"/>
              </a:rPr>
              <a:t>•  Rapports rédigés le soir, hors du site — chronophages</a:t>
            </a:r>
          </a:p>
          <a:p>
            <a:pPr algn="l">
              <a:spcBef>
                <a:spcPts val="600"/>
              </a:spcBef>
              <a:spcAft>
                <a:spcPts val="100"/>
              </a:spcAft>
            </a:pPr>
            <a:r>
              <a:rPr sz="1300" b="1">
                <a:solidFill>
                  <a:srgbClr val="00B0F0"/>
                </a:solidFill>
                <a:latin typeface="Ubuntu"/>
              </a:rPr>
              <a:t>Périmètre  </a:t>
            </a:r>
            <a:r>
              <a:rPr sz="1000" b="1">
                <a:solidFill>
                  <a:srgbClr val="FFFFFF"/>
                </a:solidFill>
                <a:latin typeface="Ubuntu"/>
              </a:rPr>
              <a:t>Clients : </a:t>
            </a:r>
            <a:r>
              <a:rPr sz="1000" b="0">
                <a:solidFill>
                  <a:srgbClr val="FFFFFF"/>
                </a:solidFill>
                <a:latin typeface="Ubuntu"/>
              </a:rPr>
              <a:t>Bureau Veritas (acheteur) · RATP, Apave (sites audités)</a:t>
            </a:r>
          </a:p>
          <a:p>
            <a:pPr algn="l">
              <a:spcAft>
                <a:spcPts val="100"/>
              </a:spcAft>
            </a:pPr>
            <a:r>
              <a:rPr sz="1000" b="1">
                <a:solidFill>
                  <a:srgbClr val="FFFFFF"/>
                </a:solidFill>
                <a:latin typeface="Ubuntu"/>
              </a:rPr>
              <a:t>   Domaine : </a:t>
            </a:r>
            <a:r>
              <a:rPr sz="1000" b="0">
                <a:solidFill>
                  <a:srgbClr val="FFFFFF"/>
                </a:solidFill>
                <a:latin typeface="Ubuntu"/>
              </a:rPr>
              <a:t>Audit qualité ISO 9001:2015 — clauses 4 à 10</a:t>
            </a:r>
          </a:p>
          <a:p>
            <a:pPr algn="l">
              <a:spcBef>
                <a:spcPts val="400"/>
              </a:spcBef>
              <a:spcAft>
                <a:spcPts val="200"/>
              </a:spcAft>
            </a:pPr>
            <a:r>
              <a:rPr sz="1300" b="1">
                <a:solidFill>
                  <a:srgbClr val="00B0F0"/>
                </a:solidFill>
                <a:latin typeface="Ubuntu"/>
              </a:rPr>
              <a:t>   Démarche / Solution</a:t>
            </a:r>
          </a:p>
          <a:p>
            <a:pPr algn="l">
              <a:spcBef>
                <a:spcPts val="100"/>
              </a:spcBef>
            </a:pPr>
            <a:r>
              <a:rPr sz="1000" b="1">
                <a:solidFill>
                  <a:srgbClr val="FFFFFF"/>
                </a:solidFill>
                <a:latin typeface="Ubuntu"/>
              </a:rPr>
              <a:t>•  Brief IA contextuel — </a:t>
            </a:r>
            <a:r>
              <a:rPr sz="1000" b="0">
                <a:solidFill>
                  <a:srgbClr val="FFFFFF"/>
                </a:solidFill>
                <a:latin typeface="Ubuntu"/>
              </a:rPr>
              <a:t>check-list générée par clause ISO, historique NC, alertes RATP pré-analysées par Claude</a:t>
            </a:r>
          </a:p>
          <a:p>
            <a:pPr algn="l">
              <a:spcBef>
                <a:spcPts val="100"/>
              </a:spcBef>
            </a:pPr>
            <a:r>
              <a:rPr sz="1000" b="1">
                <a:solidFill>
                  <a:srgbClr val="FFFFFF"/>
                </a:solidFill>
                <a:latin typeface="Ubuntu"/>
              </a:rPr>
              <a:t>•  Terrain augmenté — </a:t>
            </a:r>
            <a:r>
              <a:rPr sz="1000" b="0">
                <a:solidFill>
                  <a:srgbClr val="FFFFFF"/>
                </a:solidFill>
                <a:latin typeface="Ubuntu"/>
              </a:rPr>
              <a:t>saisie vocale, photo, questions oui/non, analyse Claude Opus, détection de récidive</a:t>
            </a:r>
          </a:p>
          <a:p>
            <a:pPr algn="l">
              <a:spcBef>
                <a:spcPts val="100"/>
              </a:spcBef>
            </a:pPr>
            <a:r>
              <a:rPr sz="1000" b="1">
                <a:solidFill>
                  <a:srgbClr val="FFFFFF"/>
                </a:solidFill>
                <a:latin typeface="Ubuntu"/>
              </a:rPr>
              <a:t>•  Rapport sur place — </a:t>
            </a:r>
            <a:r>
              <a:rPr sz="1000" b="0">
                <a:solidFill>
                  <a:srgbClr val="FFFFFF"/>
                </a:solidFill>
                <a:latin typeface="Ubuntu"/>
              </a:rPr>
              <a:t>grille de conformité ISO, plan d'actions, signature, export Word</a:t>
            </a:r>
          </a:p>
          <a:p>
            <a:pPr algn="l">
              <a:spcBef>
                <a:spcPts val="100"/>
              </a:spcBef>
            </a:pPr>
            <a:r>
              <a:rPr sz="1000" b="1">
                <a:solidFill>
                  <a:srgbClr val="FFFFFF"/>
                </a:solidFill>
                <a:latin typeface="Ubuntu"/>
              </a:rPr>
              <a:t>•  Boucle fermée — </a:t>
            </a:r>
            <a:r>
              <a:rPr sz="1000" b="0">
                <a:solidFill>
                  <a:srgbClr val="FFFFFF"/>
                </a:solidFill>
                <a:latin typeface="Ubuntu"/>
              </a:rPr>
              <a:t>transmission du rapport directement dans le portail fournisseur RATP en 1 clic</a:t>
            </a:r>
          </a:p>
        </p:txBody>
      </p:sp>
      <p:sp>
        <p:nvSpPr>
          <p:cNvPr id="14" name="TechBg"/>
          <p:cNvSpPr/>
          <p:nvPr/>
        </p:nvSpPr>
        <p:spPr>
          <a:xfrm>
            <a:off x="3630168" y="5376672"/>
            <a:ext cx="6400800" cy="1005840"/>
          </a:xfrm>
          <a:prstGeom prst="rect">
            <a:avLst/>
          </a:prstGeom>
          <a:solidFill>
            <a:srgbClr val="007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ch"/>
          <p:cNvSpPr txBox="1"/>
          <p:nvPr/>
        </p:nvSpPr>
        <p:spPr>
          <a:xfrm>
            <a:off x="3703320" y="5394960"/>
            <a:ext cx="6263640" cy="969264"/>
          </a:xfrm>
          <a:prstGeom prst="rect">
            <a:avLst/>
          </a:prstGeom>
          <a:noFill/>
        </p:spPr>
        <p:txBody>
          <a:bodyPr wrap="square">
            <a:spAutoFit/>
          </a:bodyPr>
          <a:lstStyle/>
          <a:p/>
          <a:p>
            <a:pPr algn="l">
              <a:spcAft>
                <a:spcPts val="200"/>
              </a:spcAft>
            </a:pPr>
            <a:r>
              <a:rPr sz="1300" b="1">
                <a:solidFill>
                  <a:srgbClr val="00B0F0"/>
                </a:solidFill>
                <a:latin typeface="Ubuntu"/>
              </a:rPr>
              <a:t>Environnement technique</a:t>
            </a:r>
          </a:p>
          <a:p>
            <a:pPr algn="l"/>
            <a:r>
              <a:rPr sz="1000" b="1">
                <a:solidFill>
                  <a:srgbClr val="FFFFFF"/>
                </a:solidFill>
                <a:latin typeface="Ubuntu"/>
              </a:rPr>
              <a:t>Frontend</a:t>
            </a:r>
            <a:r>
              <a:rPr sz="1000" b="0">
                <a:solidFill>
                  <a:srgbClr val="FFFFFF"/>
                </a:solidFill>
                <a:latin typeface="Ubuntu"/>
              </a:rPr>
              <a:t> : React + Vite  ·  </a:t>
            </a:r>
            <a:r>
              <a:rPr sz="1000" b="1">
                <a:solidFill>
                  <a:srgbClr val="FFFFFF"/>
                </a:solidFill>
                <a:latin typeface="Ubuntu"/>
              </a:rPr>
              <a:t>Backend</a:t>
            </a:r>
            <a:r>
              <a:rPr sz="1000" b="0">
                <a:solidFill>
                  <a:srgbClr val="FFFFFF"/>
                </a:solidFill>
                <a:latin typeface="Ubuntu"/>
              </a:rPr>
              <a:t> : FastAPI (Python)  ·  </a:t>
            </a:r>
            <a:r>
              <a:rPr sz="1000" b="1">
                <a:solidFill>
                  <a:srgbClr val="FFFFFF"/>
                </a:solidFill>
                <a:latin typeface="Ubuntu"/>
              </a:rPr>
              <a:t>IA</a:t>
            </a:r>
            <a:r>
              <a:rPr sz="1000" b="0">
                <a:solidFill>
                  <a:srgbClr val="FFFFFF"/>
                </a:solidFill>
                <a:latin typeface="Ubuntu"/>
              </a:rPr>
              <a:t> : Claude Opus via GEP Capgemini</a:t>
            </a:r>
          </a:p>
          <a:p>
            <a:pPr algn="l"/>
            <a:r>
              <a:rPr sz="1000" b="1">
                <a:solidFill>
                  <a:srgbClr val="FFFFFF"/>
                </a:solidFill>
                <a:latin typeface="Ubuntu"/>
              </a:rPr>
              <a:t>RAG</a:t>
            </a:r>
            <a:r>
              <a:rPr sz="1000" b="0">
                <a:solidFill>
                  <a:srgbClr val="FFFFFF"/>
                </a:solidFill>
                <a:latin typeface="Ubuntu"/>
              </a:rPr>
              <a:t> : corpus ISO 9001 — sentence-transformers BERT  ·  </a:t>
            </a:r>
            <a:r>
              <a:rPr sz="1000" b="1">
                <a:solidFill>
                  <a:srgbClr val="FFFFFF"/>
                </a:solidFill>
                <a:latin typeface="Ubuntu"/>
              </a:rPr>
              <a:t>Carte</a:t>
            </a:r>
            <a:r>
              <a:rPr sz="1000" b="0">
                <a:solidFill>
                  <a:srgbClr val="FFFFFF"/>
                </a:solidFill>
                <a:latin typeface="Ubuntu"/>
              </a:rPr>
              <a:t> : OSRM / OpenStreetMap  ·  </a:t>
            </a:r>
            <a:r>
              <a:rPr sz="1000" b="1">
                <a:solidFill>
                  <a:srgbClr val="FFFFFF"/>
                </a:solidFill>
                <a:latin typeface="Ubuntu"/>
              </a:rPr>
              <a:t>Data</a:t>
            </a:r>
            <a:r>
              <a:rPr sz="1000" b="0">
                <a:solidFill>
                  <a:srgbClr val="FFFFFF"/>
                </a:solidFill>
                <a:latin typeface="Ubuntu"/>
              </a:rPr>
              <a:t> : SQLite</a:t>
            </a:r>
          </a:p>
        </p:txBody>
      </p:sp>
      <p:sp>
        <p:nvSpPr>
          <p:cNvPr id="16" name="Oval 15"/>
          <p:cNvSpPr/>
          <p:nvPr/>
        </p:nvSpPr>
        <p:spPr>
          <a:xfrm>
            <a:off x="10415016" y="905256"/>
            <a:ext cx="1618488" cy="1618488"/>
          </a:xfrm>
          <a:prstGeom prst="ellipse">
            <a:avLst/>
          </a:prstGeom>
          <a:solidFill>
            <a:srgbClr val="007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06456" y="1133856"/>
            <a:ext cx="1435608" cy="1161288"/>
          </a:xfrm>
          <a:prstGeom prst="rect">
            <a:avLst/>
          </a:prstGeom>
          <a:noFill/>
        </p:spPr>
        <p:txBody>
          <a:bodyPr wrap="square">
            <a:spAutoFit/>
          </a:bodyPr>
          <a:lstStyle/>
          <a:p/>
          <a:p>
            <a:pPr algn="ctr"/>
            <a:r>
              <a:rPr sz="1500" b="1">
                <a:solidFill>
                  <a:srgbClr val="00E0CB"/>
                </a:solidFill>
                <a:latin typeface="Calibri"/>
              </a:rPr>
              <a:t>IA</a:t>
            </a:r>
          </a:p>
          <a:p>
            <a:pPr algn="ctr"/>
            <a:r>
              <a:rPr sz="1500" b="1">
                <a:solidFill>
                  <a:srgbClr val="00E0CB"/>
                </a:solidFill>
                <a:latin typeface="Calibri"/>
              </a:rPr>
              <a:t>Contextuelle</a:t>
            </a:r>
          </a:p>
          <a:p>
            <a:pPr algn="ctr"/>
            <a:r>
              <a:rPr sz="900" b="0">
                <a:solidFill>
                  <a:srgbClr val="FFFFFF"/>
                </a:solidFill>
                <a:latin typeface="Ubuntu"/>
              </a:rPr>
              <a:t>RAG ISO 9001</a:t>
            </a:r>
          </a:p>
          <a:p>
            <a:pPr algn="ctr"/>
            <a:r>
              <a:rPr sz="900" b="0">
                <a:solidFill>
                  <a:srgbClr val="FFFFFF"/>
                </a:solidFill>
                <a:latin typeface="Ubuntu"/>
              </a:rPr>
              <a:t>clauses sourcées</a:t>
            </a:r>
          </a:p>
        </p:txBody>
      </p:sp>
      <p:sp>
        <p:nvSpPr>
          <p:cNvPr id="18" name="Oval 17"/>
          <p:cNvSpPr/>
          <p:nvPr/>
        </p:nvSpPr>
        <p:spPr>
          <a:xfrm>
            <a:off x="10415016" y="2624328"/>
            <a:ext cx="1618488" cy="1618488"/>
          </a:xfrm>
          <a:prstGeom prst="ellipse">
            <a:avLst/>
          </a:prstGeom>
          <a:solidFill>
            <a:srgbClr val="12A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06456" y="2852928"/>
            <a:ext cx="1435608" cy="1161288"/>
          </a:xfrm>
          <a:prstGeom prst="rect">
            <a:avLst/>
          </a:prstGeom>
          <a:noFill/>
        </p:spPr>
        <p:txBody>
          <a:bodyPr wrap="square">
            <a:spAutoFit/>
          </a:bodyPr>
          <a:lstStyle/>
          <a:p/>
          <a:p>
            <a:pPr algn="ctr"/>
            <a:r>
              <a:rPr sz="1500" b="1">
                <a:solidFill>
                  <a:srgbClr val="00E0CB"/>
                </a:solidFill>
                <a:latin typeface="Calibri"/>
              </a:rPr>
              <a:t>Boucle</a:t>
            </a:r>
          </a:p>
          <a:p>
            <a:pPr algn="ctr"/>
            <a:r>
              <a:rPr sz="1500" b="1">
                <a:solidFill>
                  <a:srgbClr val="00E0CB"/>
                </a:solidFill>
                <a:latin typeface="Calibri"/>
              </a:rPr>
              <a:t>Fermée</a:t>
            </a:r>
          </a:p>
          <a:p>
            <a:pPr algn="ctr"/>
            <a:r>
              <a:rPr sz="900" b="0">
                <a:solidFill>
                  <a:srgbClr val="FFFFFF"/>
                </a:solidFill>
                <a:latin typeface="Ubuntu"/>
              </a:rPr>
              <a:t>BV audite →</a:t>
            </a:r>
          </a:p>
          <a:p>
            <a:pPr algn="ctr"/>
            <a:r>
              <a:rPr sz="900" b="0">
                <a:solidFill>
                  <a:srgbClr val="FFFFFF"/>
                </a:solidFill>
                <a:latin typeface="Ubuntu"/>
              </a:rPr>
              <a:t>RATP reçoit</a:t>
            </a:r>
          </a:p>
        </p:txBody>
      </p:sp>
      <p:sp>
        <p:nvSpPr>
          <p:cNvPr id="20" name="Oval 19"/>
          <p:cNvSpPr/>
          <p:nvPr/>
        </p:nvSpPr>
        <p:spPr>
          <a:xfrm>
            <a:off x="10424160" y="4343400"/>
            <a:ext cx="1618488" cy="1618488"/>
          </a:xfrm>
          <a:prstGeom prst="ellipse">
            <a:avLst/>
          </a:prstGeom>
          <a:solidFill>
            <a:srgbClr val="0F8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0" y="4572000"/>
            <a:ext cx="1435608" cy="1161288"/>
          </a:xfrm>
          <a:prstGeom prst="rect">
            <a:avLst/>
          </a:prstGeom>
          <a:noFill/>
        </p:spPr>
        <p:txBody>
          <a:bodyPr wrap="square">
            <a:spAutoFit/>
          </a:bodyPr>
          <a:lstStyle/>
          <a:p/>
          <a:p>
            <a:pPr algn="ctr"/>
            <a:r>
              <a:rPr sz="1500" b="1">
                <a:solidFill>
                  <a:srgbClr val="00E0CB"/>
                </a:solidFill>
                <a:latin typeface="Calibri"/>
              </a:rPr>
              <a:t>Zéro</a:t>
            </a:r>
          </a:p>
          <a:p>
            <a:pPr algn="ctr"/>
            <a:r>
              <a:rPr sz="1500" b="1">
                <a:solidFill>
                  <a:srgbClr val="00E0CB"/>
                </a:solidFill>
                <a:latin typeface="Calibri"/>
              </a:rPr>
              <a:t>Paperasse</a:t>
            </a:r>
          </a:p>
          <a:p>
            <a:pPr algn="ctr"/>
            <a:r>
              <a:rPr sz="900" b="0">
                <a:solidFill>
                  <a:srgbClr val="FFFFFF"/>
                </a:solidFill>
                <a:latin typeface="Ubuntu"/>
              </a:rPr>
              <a:t>Brief 30 s</a:t>
            </a:r>
          </a:p>
          <a:p>
            <a:pPr algn="ctr"/>
            <a:r>
              <a:rPr sz="900" b="0">
                <a:solidFill>
                  <a:srgbClr val="FFFFFF"/>
                </a:solidFill>
                <a:latin typeface="Ubuntu"/>
              </a:rPr>
              <a:t>Rapport sur place</a:t>
            </a:r>
          </a:p>
        </p:txBody>
      </p:sp>
      <p:sp>
        <p:nvSpPr>
          <p:cNvPr id="22" name="LogoBand"/>
          <p:cNvSpPr/>
          <p:nvPr/>
        </p:nvSpPr>
        <p:spPr>
          <a:xfrm>
            <a:off x="-237744" y="329184"/>
            <a:ext cx="2368296" cy="704088"/>
          </a:xfrm>
          <a:prstGeom prst="rect">
            <a:avLst/>
          </a:prstGeom>
          <a:solidFill>
            <a:srgbClr val="007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82880" y="365760"/>
            <a:ext cx="2011680" cy="594360"/>
          </a:xfrm>
          <a:prstGeom prst="rect">
            <a:avLst/>
          </a:prstGeom>
          <a:noFill/>
        </p:spPr>
        <p:txBody>
          <a:bodyPr wrap="none">
            <a:spAutoFit/>
          </a:bodyPr>
          <a:lstStyle/>
          <a:p>
            <a:pPr algn="l"/>
            <a:r>
              <a:rPr sz="1300" b="1">
                <a:solidFill>
                  <a:srgbClr val="FFFFFF"/>
                </a:solidFill>
                <a:latin typeface="Ubuntu Medium"/>
              </a:rPr>
              <a:t>Bureau Veritas</a:t>
            </a:r>
          </a:p>
          <a:p>
            <a:pPr algn="l"/>
            <a:r>
              <a:rPr sz="900" b="0">
                <a:solidFill>
                  <a:srgbClr val="00E0CB"/>
                </a:solidFill>
                <a:latin typeface="Ubuntu"/>
              </a:rPr>
              <a:t>Inspection Augmentée</a:t>
            </a:r>
          </a:p>
        </p:txBody>
      </p:sp>
      <p:sp>
        <p:nvSpPr>
          <p:cNvPr id="24" name="TextBox 23"/>
          <p:cNvSpPr txBox="1"/>
          <p:nvPr/>
        </p:nvSpPr>
        <p:spPr>
          <a:xfrm rot="-5400000">
            <a:off x="164592" y="1097280"/>
            <a:ext cx="3108960" cy="5029200"/>
          </a:xfrm>
          <a:prstGeom prst="rect">
            <a:avLst/>
          </a:prstGeom>
          <a:noFill/>
        </p:spPr>
        <p:txBody>
          <a:bodyPr wrap="none">
            <a:spAutoFit/>
          </a:bodyPr>
          <a:lstStyle/>
          <a:p/>
          <a:p>
            <a:pPr algn="l"/>
            <a:r>
              <a:rPr sz="800" b="0">
                <a:solidFill>
                  <a:srgbClr val="FFFFFF"/>
                </a:solidFill>
                <a:latin typeface="Ubuntu"/>
              </a:rPr>
              <a:t>Code Resonance  ·  Habib Koffi  ·  Véronique Poilane Zhang  ·  Philippe Gragnic</a:t>
            </a:r>
          </a:p>
        </p:txBody>
      </p:sp>
      <p:sp>
        <p:nvSpPr>
          <p:cNvPr id="25" name="KPIbg"/>
          <p:cNvSpPr/>
          <p:nvPr/>
        </p:nvSpPr>
        <p:spPr>
          <a:xfrm>
            <a:off x="10396728" y="3886200"/>
            <a:ext cx="1444752" cy="960120"/>
          </a:xfrm>
          <a:prstGeom prst="rect">
            <a:avLst/>
          </a:prstGeom>
          <a:solidFill>
            <a:srgbClr val="0F8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424160" y="3913632"/>
            <a:ext cx="1389888" cy="905256"/>
          </a:xfrm>
          <a:prstGeom prst="rect">
            <a:avLst/>
          </a:prstGeom>
          <a:noFill/>
        </p:spPr>
        <p:txBody>
          <a:bodyPr wrap="none">
            <a:spAutoFit/>
          </a:bodyPr>
          <a:lstStyle/>
          <a:p/>
          <a:p>
            <a:pPr algn="ctr"/>
            <a:r>
              <a:rPr sz="1500" b="1">
                <a:solidFill>
                  <a:srgbClr val="00E0CB"/>
                </a:solidFill>
                <a:latin typeface="Calibri"/>
              </a:rPr>
              <a:t>≈ 24 000 h</a:t>
            </a:r>
          </a:p>
          <a:p>
            <a:pPr algn="ctr"/>
            <a:r>
              <a:rPr sz="900" b="0">
                <a:solidFill>
                  <a:srgbClr val="FFFFFF"/>
                </a:solidFill>
                <a:latin typeface="Ubuntu"/>
              </a:rPr>
              <a:t>par an</a:t>
            </a:r>
          </a:p>
          <a:p>
            <a:pPr algn="ctr"/>
            <a:r>
              <a:rPr sz="800" b="0">
                <a:solidFill>
                  <a:srgbClr val="FFFFFF"/>
                </a:solidFill>
                <a:latin typeface="Ubuntu"/>
              </a:rPr>
              <a:t>potentiel récupéré</a:t>
            </a:r>
          </a:p>
        </p:txBody>
      </p:sp>
      <p:sp>
        <p:nvSpPr>
          <p:cNvPr id="27" name="TextBox 26"/>
          <p:cNvSpPr txBox="1"/>
          <p:nvPr/>
        </p:nvSpPr>
        <p:spPr>
          <a:xfrm>
            <a:off x="3657600" y="6537960"/>
            <a:ext cx="6400800" cy="274320"/>
          </a:xfrm>
          <a:prstGeom prst="rect">
            <a:avLst/>
          </a:prstGeom>
          <a:noFill/>
        </p:spPr>
        <p:txBody>
          <a:bodyPr wrap="none">
            <a:spAutoFit/>
          </a:bodyPr>
          <a:lstStyle/>
          <a:p/>
          <a:p>
            <a:pPr algn="l"/>
            <a:r>
              <a:rPr sz="800" b="0">
                <a:solidFill>
                  <a:srgbClr val="AAAAAA"/>
                </a:solidFill>
                <a:latin typeface="Ubuntu"/>
              </a:rPr>
              <a:t>Code Resonance   ·   UC 28 Inspection Augmentée   ·   Hackathon Capgemini × Anthropic 2026</a:t>
            </a:r>
          </a:p>
        </p:txBody>
      </p:sp>
    </p:spTree>
    <p:extLst>
      <p:ext uri="{BB962C8B-B14F-4D97-AF65-F5344CB8AC3E}">
        <p14:creationId xmlns:p14="http://schemas.microsoft.com/office/powerpoint/2010/main" val="27827887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pt-Capgemini_MasterTemplate.potx  -  Read-Only" id="{158A7A1A-561A-4E14-A668-DCF04BFBC47E}" vid="{8EFEF2A1-4E5F-40B7-A7DA-8494B7B12229}"/>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DE40D4F4A0932458148F2EE4554398F" ma:contentTypeVersion="10" ma:contentTypeDescription="Create a new document." ma:contentTypeScope="" ma:versionID="9ce02c300b86468aa56751c520d6065f">
  <xsd:schema xmlns:xsd="http://www.w3.org/2001/XMLSchema" xmlns:xs="http://www.w3.org/2001/XMLSchema" xmlns:p="http://schemas.microsoft.com/office/2006/metadata/properties" xmlns:ns2="01f0f7ee-f684-4e26-a0d2-17faba2c68b6" xmlns:ns3="ea80da5f-382a-40a8-87a6-189fd5a119d0" targetNamespace="http://schemas.microsoft.com/office/2006/metadata/properties" ma:root="true" ma:fieldsID="0d9a9108cf3fa9a6322ec1bd3b7f2593" ns2:_="" ns3:_="">
    <xsd:import namespace="01f0f7ee-f684-4e26-a0d2-17faba2c68b6"/>
    <xsd:import namespace="ea80da5f-382a-40a8-87a6-189fd5a119d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1f0f7ee-f684-4e26-a0d2-17faba2c68b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a80da5f-382a-40a8-87a6-189fd5a119d0"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3984152d-0bac-4b85-81c4-50dcbe674d89}" ma:internalName="TaxCatchAll" ma:showField="CatchAllData" ma:web="ea80da5f-382a-40a8-87a6-189fd5a119d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ea80da5f-382a-40a8-87a6-189fd5a119d0" xsi:nil="true"/>
    <lcf76f155ced4ddcb4097134ff3c332f xmlns="01f0f7ee-f684-4e26-a0d2-17faba2c68b6">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7AC6A95F-7C63-4B60-9BC1-5B6CDC225EFE}">
  <ds:schemaRefs>
    <ds:schemaRef ds:uri="http://schemas.microsoft.com/sharepoint/v3/contenttype/forms"/>
  </ds:schemaRefs>
</ds:datastoreItem>
</file>

<file path=customXml/itemProps2.xml><?xml version="1.0" encoding="utf-8"?>
<ds:datastoreItem xmlns:ds="http://schemas.openxmlformats.org/officeDocument/2006/customXml" ds:itemID="{36439ACD-BA8C-4432-9FC9-5FEE6F5DBD04}"/>
</file>

<file path=customXml/itemProps3.xml><?xml version="1.0" encoding="utf-8"?>
<ds:datastoreItem xmlns:ds="http://schemas.openxmlformats.org/officeDocument/2006/customXml" ds:itemID="{DF0266AB-72CA-4BB2-90B1-4D710D18C527}">
  <ds:schemaRefs>
    <ds:schemaRef ds:uri="http://purl.org/dc/terms/"/>
    <ds:schemaRef ds:uri="http://schemas.openxmlformats.org/package/2006/metadata/core-properties"/>
    <ds:schemaRef ds:uri="http://schemas.microsoft.com/office/2006/metadata/properties"/>
    <ds:schemaRef ds:uri="http://schemas.microsoft.com/office/2006/documentManagement/types"/>
    <ds:schemaRef ds:uri="http://purl.org/dc/elements/1.1/"/>
    <ds:schemaRef ds:uri="http://schemas.microsoft.com/office/infopath/2007/PartnerControls"/>
    <ds:schemaRef ds:uri="9f3d6bda-04fe-4fb9-aaf6-eb1f56c6690b"/>
    <ds:schemaRef ds:uri="9d3035db-317e-48c6-8bed-3a186f5b1187"/>
    <ds:schemaRef ds:uri="http://www.w3.org/XML/1998/namespace"/>
    <ds:schemaRef ds:uri="http://purl.org/dc/dcmitype/"/>
    <ds:schemaRef ds:uri="ea80da5f-382a-40a8-87a6-189fd5a119d0"/>
    <ds:schemaRef ds:uri="01f0f7ee-f684-4e26-a0d2-17faba2c68b6"/>
  </ds:schemaRefs>
</ds:datastoreItem>
</file>

<file path=docMetadata/LabelInfo.xml><?xml version="1.0" encoding="utf-8"?>
<clbl:labelList xmlns:clbl="http://schemas.microsoft.com/office/2020/mipLabelMetadata">
  <clbl:label id="{bb5d96ea-ab39-44a0-a6d6-b6f0aac5958b}" enabled="1" method="Privileged" siteId="{76a2ae5a-9f00-4f6b-95ed-5d33d77c4d61}" contentBits="0" removed="0"/>
</clbl:labelList>
</file>

<file path=docProps/app.xml><?xml version="1.0" encoding="utf-8"?>
<Properties xmlns="http://schemas.openxmlformats.org/officeDocument/2006/extended-properties" xmlns:vt="http://schemas.openxmlformats.org/officeDocument/2006/docPropsVTypes">
  <TotalTime>1</TotalTime>
  <Words>286</Words>
  <Application>Microsoft Office PowerPoint</Application>
  <PresentationFormat>Grand écran</PresentationFormat>
  <Paragraphs>32</Paragraphs>
  <Slides>1</Slides>
  <Notes>1</Notes>
  <HiddenSlides>0</HiddenSlides>
  <MMClips>0</MMClips>
  <ScaleCrop>false</ScaleCrop>
  <HeadingPairs>
    <vt:vector size="4" baseType="variant">
      <vt:variant>
        <vt:lpstr>Thème</vt:lpstr>
      </vt:variant>
      <vt:variant>
        <vt:i4>1</vt:i4>
      </vt:variant>
      <vt:variant>
        <vt:lpstr>Titres des diapositives</vt:lpstr>
      </vt:variant>
      <vt:variant>
        <vt:i4>1</vt:i4>
      </vt:variant>
    </vt:vector>
  </HeadingPairs>
  <TitlesOfParts>
    <vt:vector size="2" baseType="lpstr">
      <vt:lpstr>Capgemini Master 2021</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SALAH, Imene</dc:creator>
  <cp:lastModifiedBy>MESSADI, Karima</cp:lastModifiedBy>
  <cp:revision>2</cp:revision>
  <dcterms:created xsi:type="dcterms:W3CDTF">2024-12-18T16:43:01Z</dcterms:created>
  <dcterms:modified xsi:type="dcterms:W3CDTF">2026-04-15T15:46:02Z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0x010100BDE40D4F4A0932458148F2EE4554398F</vt:lpwstr>
  </property>
  <property fmtid="{D5CDD505-2E9C-101B-9397-08002B2CF9AE}" pid="3" name="MediaServiceImageTags">
    <vt:lpwstr/>
  </property>
</Properties>
</file>