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417320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HACKATHON   ·   CAPGEMINI × ANTHROPIC   ·   UC 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BV·Inspect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copilote des auditeurs Bureau Veritas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J+3</a:t>
            </a:r>
            <a:pPr indent="0" marL="0">
              <a:buNone/>
            </a:pPr>
            <a:r>
              <a:rPr lang="en-US" sz="54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jour même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livraison du rapport d'audit — au lieu de 3 jours aujourd'hui   ·   ≈ 4 h de rédaction économisées par audit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Code Resonance   ·   Habib KOFFI   ·   Véronique POILANE ZHANG   ·   Philippe GRAGNIC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924812" cy="45720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440680"/>
            <a:ext cx="54864" cy="4572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54406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 Lefèvre · BV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02052" y="5440680"/>
            <a:ext cx="1732788" cy="45720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2052" y="5440680"/>
            <a:ext cx="54864" cy="4572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4" name="Text 12"/>
          <p:cNvSpPr/>
          <p:nvPr/>
        </p:nvSpPr>
        <p:spPr>
          <a:xfrm>
            <a:off x="2848356" y="5440680"/>
            <a:ext cx="1549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RATP · ISO 9001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5440680"/>
            <a:ext cx="1924812" cy="45720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5440680"/>
            <a:ext cx="54864" cy="4572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54406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16852" y="5440680"/>
            <a:ext cx="1444752" cy="45720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6852" y="5440680"/>
            <a:ext cx="54864" cy="4572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/>
          <p:nvPr/>
        </p:nvSpPr>
        <p:spPr>
          <a:xfrm>
            <a:off x="6963156" y="54406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normatif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scénario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Lundi 12 mai 2026  ·  14h30  ·  RATP — Atelier de Sucy-en-Brie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416052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1605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 Lefèvre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 Bureau Veritas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52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Mandaté sur les sites RATP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ans de métier chez BV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audits/an  ·  industrie &amp; transport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ISO 9001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3246120" cy="1234440"/>
          </a:xfrm>
          <a:prstGeom prst="rect">
            <a:avLst/>
          </a:prstGeom>
          <a:solidFill>
            <a:srgbClr val="241A28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389120"/>
            <a:ext cx="54864" cy="1234440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4507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BV·Inspect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818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envoyé jeudi — 3 jours après l'audit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Soirée + lendemain à rédiger manuellement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BV·Inspect — le même lundi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868680" cy="566928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40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22219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Arrivée sur site · Brief IA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RATP pré-chargé : 218 agents, NC nov. 2024 non clôturée, checklist §7.1.5 générée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3136392"/>
            <a:ext cx="868680" cy="566928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3639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14h35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31181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terrain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97880" y="3410712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 + photo · Claude analyse chaque constat en temps réel · récidives détectées automatiquement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4032504"/>
            <a:ext cx="868680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03250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16h50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40142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Pré-rapport généré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897880" y="4306824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NC majeure + 1 NC mineure sourcées · plan d'actions · responsables identifiés · DOCX prêt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928616"/>
            <a:ext cx="868680" cy="566928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92861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16h57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97880" y="49103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Relevé de constats signé sur site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897880" y="5202936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Belkacem (RATP) signe le relevé en contradictoire · pré-rapport prêt pour revue technique BV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4415" cy="5029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6035040"/>
            <a:ext cx="73152" cy="5029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60350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Pré-rapport disponible le jour même — au lieu de J+3.  Relevé de constats validé en contradictoire sur site.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transformation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48056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394960" y="1481328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même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BV·Inspect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25420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BV·Inspect   ·   ≈ 4 h de rédaction économisées par audit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257800" cy="306324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00400"/>
            <a:ext cx="82296" cy="3063240"/>
          </a:xfrm>
          <a:prstGeom prst="rect">
            <a:avLst/>
          </a:prstGeom>
          <a:solidFill>
            <a:srgbClr val="5B657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 manuelle des notes terrain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clause par clause dans 250 pages ISO 9001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manuelle de l'historique des NC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Rédaction du rapport — soirée + lendemain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5257800" cy="3063240"/>
          </a:xfrm>
          <a:prstGeom prst="rect">
            <a:avLst/>
          </a:prstGeom>
          <a:solidFill>
            <a:srgbClr val="0A2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3200400"/>
            <a:ext cx="82296" cy="30632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BV·INSPECT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9776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vocale transcrite instantanément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cite la clause ISO exacte en temps réel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Récidives alertées automatiquement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Pré-rapport généré · relevé signé sur site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 + Claude Sonnet 4.6 + RAG ISO 9001 — 3 agents métier exposés via 4 endpoints 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 + photo  →  Claude Sonnet 4.6  →  NC détectée, sourcée, justifiée  →  pré-rapport prêt pour revue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42032" cy="160020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82296" cy="1600200"/>
          </a:xfrm>
          <a:prstGeom prst="rect">
            <a:avLst/>
          </a:prstGeom>
          <a:solidFill>
            <a:srgbClr val="5B657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 · Photo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72384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542032" cy="16002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103120"/>
            <a:ext cx="82296" cy="16002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7249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0632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· Web Speech · Tailwind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07024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542032" cy="16002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03120"/>
            <a:ext cx="82296" cy="1600200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7249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Python 3.12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agent.py · rag.py · SQLite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41664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52560" y="2103120"/>
            <a:ext cx="2542032" cy="1600200"/>
          </a:xfrm>
          <a:prstGeom prst="rect">
            <a:avLst/>
          </a:prstGeom>
          <a:solidFill>
            <a:srgbClr val="3A1E6E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103120"/>
            <a:ext cx="82296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27249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81160" y="30632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· coût −80 %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3721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2542032" cy="1554480"/>
          </a:xfrm>
          <a:prstGeom prst="rect">
            <a:avLst/>
          </a:prstGeom>
          <a:solidFill>
            <a:srgbClr val="0A2A2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4069080"/>
            <a:ext cx="82296" cy="155448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2519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ISO 9001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46520" y="470916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46520" y="503834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§4 → §10 couvertes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5303520" cy="23317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069080"/>
            <a:ext cx="82296" cy="2331720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233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endpoints IA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960" y="4727448"/>
            <a:ext cx="201168" cy="201168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38" name="Text 36"/>
          <p:cNvSpPr/>
          <p:nvPr/>
        </p:nvSpPr>
        <p:spPr>
          <a:xfrm>
            <a:off x="1115568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/analyser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· criticité · clause · score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5148072"/>
            <a:ext cx="201168" cy="201168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" y="50840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/synthetiser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0" y="5084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Reformulation nominale ISO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2960" y="5568696"/>
            <a:ext cx="201168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1115568" y="5504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/suggestions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exemples terrain contextuels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2960" y="598932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1115568" y="5925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/questions_oui_non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74720" y="5925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questions de vérification binaires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forts de la démo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distingue BV·Inspect d'un outil de formulaire classique.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481328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transparent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NC affiche les 3 articles de norme sources. L'auditeur voit POURQUOI c'est une non-conformité — auditabilité totale.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691640"/>
            <a:ext cx="82296" cy="1481328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inter-audits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29514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automatique si une NC similaire a été trouvée sur ce site en 2024. Récidive §7.1.5 étalonnage signalée visuellement.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29000"/>
            <a:ext cx="82296" cy="14813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éditable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03250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L'auditeur supprime les items non pertinents et ajoute ses propres points terrain. Modifications propagées à l'écran Capture.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429000"/>
            <a:ext cx="82296" cy="14813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oui/non IA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01968" y="403250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item sélectionné : 3 questions de vérification générées par Claude. Réponses en un tap, intégrées au rapport.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166360"/>
            <a:ext cx="82296" cy="1481328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349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 contextuelles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" y="576986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exemples d'observations terrain proposés par Claude avant la saisie. Adaptés au site RATP, à la clause ISO, à la section auditée.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5166360"/>
            <a:ext cx="5257800" cy="1481328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5166360"/>
            <a:ext cx="82296" cy="1481328"/>
          </a:xfrm>
          <a:prstGeom prst="rect">
            <a:avLst/>
          </a:prstGeom>
          <a:solidFill>
            <a:srgbClr val="0A6E68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5349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 sur site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01968" y="5769864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Relevé de constats signé en contradictoire · pré-rapport DOCX généré, prêt pour revue technique. Confidentialité &amp; traçabilité.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scalabilité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56432" cy="178308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24 000 h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41248" y="23317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économisées par an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chez BV France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16552" y="1234440"/>
            <a:ext cx="3456432" cy="178308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7" name="Text 5"/>
          <p:cNvSpPr/>
          <p:nvPr/>
        </p:nvSpPr>
        <p:spPr>
          <a:xfrm>
            <a:off x="4690872" y="141732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ETP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709160" y="23317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réaffectables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des audits complexes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84464" y="1234440"/>
            <a:ext cx="3456432" cy="178308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0" name="Text 8"/>
          <p:cNvSpPr/>
          <p:nvPr/>
        </p:nvSpPr>
        <p:spPr>
          <a:xfrm>
            <a:off x="8558784" y="141732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150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577072" y="23317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référentiels normatifs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la même plateforme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4415" cy="64008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auditeurs QSE   ·   80 audits/an   ·   4 h économisées/audit   =   24 000 h/an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Bureau Veritas France — certification (hors RATP seul)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257800" cy="192024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434840"/>
            <a:ext cx="82296" cy="19202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360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immédiate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 · ISO 45001 · EN 9100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APAVE · SGS · TÜV — même besoin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redéveloppement sur le core 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434840"/>
            <a:ext cx="5257800" cy="192024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434840"/>
            <a:ext cx="82296" cy="1920240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6360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Veritas aujourd'hui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51206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 référentiels actifs (ISO, EN, sectoriels)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centaines d'auditeurs QSE en France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RATP : 1 client parmi des milliers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502920" cy="11887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Marc. Lundi 14h30.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Relevé signé à 16h57.   3 agents Claude.   RAG sourcé à la norme.   24 000 h libérées.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56032" cy="256032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vocale + photo → analyse ISO en temps réel (Claude Sonnet 4.6)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256032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32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§4→§10 · checklist éditable · suggestions contextuelles · questions oui/non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256032" cy="256032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08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Récidives alertées · relevé signé sur site · pré-rapport prêt pour revue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256032" cy="256032"/>
          </a:xfrm>
          <a:prstGeom prst="rect">
            <a:avLst/>
          </a:prstGeom>
          <a:solidFill>
            <a:srgbClr val="003D8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838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Veritas utilisateur · RATP client final · extensible à 150 référentiels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Code Resonance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3456432" cy="9144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63440"/>
            <a:ext cx="82296" cy="914400"/>
          </a:xfrm>
          <a:prstGeom prst="rect">
            <a:avLst/>
          </a:prstGeom>
          <a:solidFill>
            <a:srgbClr val="D81E2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280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Habib KOFFI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IA · Claude API · FastAPI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16552" y="4663440"/>
            <a:ext cx="3456432" cy="9144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4416552" y="4663440"/>
            <a:ext cx="82296" cy="9144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48280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Véronique POILANE ZHANG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90872" y="51663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· React · Vite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84464" y="4663440"/>
            <a:ext cx="3456432" cy="9144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4663440"/>
            <a:ext cx="82296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8558784" y="48280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Philippe GRAGNIC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58784" y="51663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Démo · Coordination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BV·Inspect — UC28</dc:title>
  <dc:subject>PptxGenJS Presentation</dc:subject>
  <dc:creator>Code Resonance</dc:creator>
  <cp:lastModifiedBy>Code Resonance</cp:lastModifiedBy>
  <cp:revision>1</cp:revision>
  <dcterms:created xsi:type="dcterms:W3CDTF">2026-06-04T09:39:11Z</dcterms:created>
  <dcterms:modified xsi:type="dcterms:W3CDTF">2026-06-04T09:39:11Z</dcterms:modified>
</cp:coreProperties>
</file>