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47483379" r:id="rId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24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DB70FB-724B-4528-8D58-F8D0C725818D}" type="datetimeFigureOut">
              <a:rPr lang="fr-FR" smtClean="0"/>
              <a:t>15/04/2026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9EAF8-AAF7-4D61-940A-B2984F2E1C52}" type="slidenum">
              <a:rPr lang="fr-FR" smtClean="0"/>
              <a:t>‹N°›</a:t>
            </a:fld>
            <a:endParaRPr lang="fr-FR"/>
          </a:p>
        </p:txBody>
      </p:sp>
    </p:spTree>
    <p:extLst>
      <p:ext uri="{BB962C8B-B14F-4D97-AF65-F5344CB8AC3E}">
        <p14:creationId xmlns:p14="http://schemas.microsoft.com/office/powerpoint/2010/main" val="2413276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224299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7.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6.xml"/><Relationship Id="rId16" Type="http://schemas.openxmlformats.org/officeDocument/2006/relationships/image" Target="../media/image7.png"/><Relationship Id="rId1" Type="http://schemas.openxmlformats.org/officeDocument/2006/relationships/tags" Target="../tags/tag5.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8.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12.png"/><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38098853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99199341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76305607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261872"/>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nchor="t" anchorCtr="0"/>
          <a:lstStyle/>
          <a:p>
            <a:r>
              <a:rPr lang="en-US"/>
              <a:t>Click to edit Master title style</a:t>
            </a:r>
            <a:endParaRPr lang="en-GB"/>
          </a:p>
        </p:txBody>
      </p:sp>
    </p:spTree>
    <p:extLst>
      <p:ext uri="{BB962C8B-B14F-4D97-AF65-F5344CB8AC3E}">
        <p14:creationId xmlns:p14="http://schemas.microsoft.com/office/powerpoint/2010/main" val="2463311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5555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056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36407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86267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14087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0947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61872"/>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191196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261872"/>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1464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35467241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946506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45685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6698646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l"/>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325,000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 </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45928848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1773123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58396285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re seul">
  <p:cSld name="2_Titre seul">
    <p:bg>
      <p:bgPr>
        <a:solidFill>
          <a:schemeClr val="accent4"/>
        </a:solidFill>
        <a:effectLst/>
      </p:bgPr>
    </p:bg>
    <p:spTree>
      <p:nvGrpSpPr>
        <p:cNvPr id="1" name="Shape 75"/>
        <p:cNvGrpSpPr/>
        <p:nvPr/>
      </p:nvGrpSpPr>
      <p:grpSpPr>
        <a:xfrm>
          <a:off x="0" y="0"/>
          <a:ext cx="0" cy="0"/>
          <a:chOff x="0" y="0"/>
          <a:chExt cx="0" cy="0"/>
        </a:xfrm>
      </p:grpSpPr>
      <p:sp>
        <p:nvSpPr>
          <p:cNvPr id="76" name="Google Shape;76;p33"/>
          <p:cNvSpPr txBox="1">
            <a:spLocks noGrp="1"/>
          </p:cNvSpPr>
          <p:nvPr>
            <p:ph type="body" idx="1"/>
          </p:nvPr>
        </p:nvSpPr>
        <p:spPr>
          <a:xfrm>
            <a:off x="404813" y="1447800"/>
            <a:ext cx="11406187" cy="4951413"/>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0"/>
              </a:spcBef>
              <a:spcAft>
                <a:spcPts val="0"/>
              </a:spcAft>
              <a:buClr>
                <a:schemeClr val="lt1"/>
              </a:buClr>
              <a:buSzPts val="2000"/>
              <a:buNone/>
              <a:defRPr>
                <a:solidFill>
                  <a:schemeClr val="lt1"/>
                </a:solidFill>
              </a:defRPr>
            </a:lvl1pPr>
            <a:lvl2pPr marL="914400" lvl="1" indent="-342900" algn="l">
              <a:lnSpc>
                <a:spcPct val="100000"/>
              </a:lnSpc>
              <a:spcBef>
                <a:spcPts val="600"/>
              </a:spcBef>
              <a:spcAft>
                <a:spcPts val="0"/>
              </a:spcAft>
              <a:buSzPts val="1800"/>
              <a:buChar char="▪"/>
              <a:defRPr>
                <a:solidFill>
                  <a:schemeClr val="lt1"/>
                </a:solidFill>
              </a:defRPr>
            </a:lvl2pPr>
            <a:lvl3pPr marL="1371600" lvl="2" indent="-330200" algn="l">
              <a:lnSpc>
                <a:spcPct val="100000"/>
              </a:lnSpc>
              <a:spcBef>
                <a:spcPts val="600"/>
              </a:spcBef>
              <a:spcAft>
                <a:spcPts val="0"/>
              </a:spcAft>
              <a:buSzPts val="1600"/>
              <a:buChar char="•"/>
              <a:defRPr>
                <a:solidFill>
                  <a:schemeClr val="lt1"/>
                </a:solidFill>
              </a:defRPr>
            </a:lvl3pPr>
            <a:lvl4pPr marL="1828800" lvl="3" indent="-317500" algn="l">
              <a:lnSpc>
                <a:spcPct val="100000"/>
              </a:lnSpc>
              <a:spcBef>
                <a:spcPts val="600"/>
              </a:spcBef>
              <a:spcAft>
                <a:spcPts val="0"/>
              </a:spcAft>
              <a:buClr>
                <a:schemeClr val="accent5"/>
              </a:buClr>
              <a:buSzPts val="1400"/>
              <a:buChar char="–"/>
              <a:defRPr>
                <a:solidFill>
                  <a:schemeClr val="lt1"/>
                </a:solidFill>
              </a:defRPr>
            </a:lvl4pPr>
            <a:lvl5pPr marL="2286000" lvl="4" indent="-317500" algn="l">
              <a:lnSpc>
                <a:spcPct val="100000"/>
              </a:lnSpc>
              <a:spcBef>
                <a:spcPts val="600"/>
              </a:spcBef>
              <a:spcAft>
                <a:spcPts val="0"/>
              </a:spcAft>
              <a:buClr>
                <a:schemeClr val="lt1"/>
              </a:buClr>
              <a:buSzPts val="1400"/>
              <a:buChar char="•"/>
              <a:defRPr>
                <a:solidFill>
                  <a:schemeClr val="lt1"/>
                </a:solidFill>
              </a:defRPr>
            </a:lvl5pPr>
            <a:lvl6pPr marL="2743200" lvl="5" indent="-342900" algn="l">
              <a:lnSpc>
                <a:spcPct val="90000"/>
              </a:lnSpc>
              <a:spcBef>
                <a:spcPts val="6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3"/>
          <p:cNvSpPr txBox="1">
            <a:spLocks noGrp="1"/>
          </p:cNvSpPr>
          <p:nvPr>
            <p:ph type="title"/>
          </p:nvPr>
        </p:nvSpPr>
        <p:spPr>
          <a:xfrm>
            <a:off x="404813" y="388188"/>
            <a:ext cx="10947772" cy="716711"/>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2600"/>
              <a:buFont typeface="Ubuntu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969309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57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8380230"/>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73693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Only._DB">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209286"/>
            <a:ext cx="10947772" cy="716711"/>
          </a:xfrm>
        </p:spPr>
        <p:txBody>
          <a:bodyPr anchor="t"/>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271368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ED334F2-B89C-B941-B78E-BBCBB9E65D9E}"/>
              </a:ext>
            </a:extLst>
          </p:cNvPr>
          <p:cNvSpPr>
            <a:spLocks noGrp="1"/>
          </p:cNvSpPr>
          <p:nvPr>
            <p:ph type="body" sz="quarter" idx="11" hasCustomPrompt="1"/>
          </p:nvPr>
        </p:nvSpPr>
        <p:spPr>
          <a:xfrm>
            <a:off x="462356" y="306389"/>
            <a:ext cx="10837494" cy="356676"/>
          </a:xfrm>
        </p:spPr>
        <p:txBody>
          <a:bodyPr>
            <a:noAutofit/>
          </a:bodyPr>
          <a:lstStyle>
            <a:lvl1pPr>
              <a:lnSpc>
                <a:spcPct val="100000"/>
              </a:lnSpc>
              <a:spcAft>
                <a:spcPts val="0"/>
              </a:spcAft>
              <a:defRPr kumimoji="0" lang="en-GB" sz="2400" b="1" i="0" u="none" strike="noStrike" kern="1200" cap="all" spc="0" normalizeH="0" baseline="0">
                <a:ln>
                  <a:noFill/>
                </a:ln>
                <a:solidFill>
                  <a:schemeClr val="tx1"/>
                </a:solidFill>
                <a:effectLst/>
                <a:uLnTx/>
                <a:uFillTx/>
                <a:latin typeface="Ubuntu Light" panose="020B0304030602030204" pitchFamily="34" charset="0"/>
                <a:ea typeface="+mn-ea"/>
                <a:cs typeface="+mn-cs"/>
              </a:defRPr>
            </a:lvl1pPr>
          </a:lstStyle>
          <a:p>
            <a:pPr lvl="0"/>
            <a:r>
              <a:rPr lang="en-GB"/>
              <a:t>CLICK TO EDIT MASTER TEXT STYLES</a:t>
            </a:r>
          </a:p>
        </p:txBody>
      </p:sp>
    </p:spTree>
    <p:extLst>
      <p:ext uri="{BB962C8B-B14F-4D97-AF65-F5344CB8AC3E}">
        <p14:creationId xmlns:p14="http://schemas.microsoft.com/office/powerpoint/2010/main" val="10509609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2213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689507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2464827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20765595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146886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6491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3304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EB02FAD1-E14D-41F9-A1BC-FCCF4626291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8929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_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2133600"/>
          </a:xfrm>
          <a:prstGeom prst="rect">
            <a:avLst/>
          </a:pr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
        <p:nvSpPr>
          <p:cNvPr id="41" name="Text Placeholder 40">
            <a:extLst>
              <a:ext uri="{FF2B5EF4-FFF2-40B4-BE49-F238E27FC236}">
                <a16:creationId xmlns:a16="http://schemas.microsoft.com/office/drawing/2014/main" id="{C725DE95-6727-4A84-8A14-1D2D6D0A9D7F}"/>
              </a:ext>
            </a:extLst>
          </p:cNvPr>
          <p:cNvSpPr>
            <a:spLocks noGrp="1"/>
          </p:cNvSpPr>
          <p:nvPr>
            <p:ph type="body" sz="quarter" idx="23" hasCustomPrompt="1"/>
          </p:nvPr>
        </p:nvSpPr>
        <p:spPr>
          <a:xfrm>
            <a:off x="9691688" y="0"/>
            <a:ext cx="2500312" cy="2133600"/>
          </a:xfrm>
          <a:solidFill>
            <a:srgbClr val="FFB24A"/>
          </a:solidFill>
        </p:spPr>
        <p:txBody>
          <a:bodyPr/>
          <a:lstStyle/>
          <a:p>
            <a:pPr lvl="0"/>
            <a:r>
              <a:rPr lang="en-US"/>
              <a:t> </a:t>
            </a:r>
          </a:p>
        </p:txBody>
      </p:sp>
      <p:sp>
        <p:nvSpPr>
          <p:cNvPr id="36" name="Text Placeholder 35">
            <a:extLst>
              <a:ext uri="{FF2B5EF4-FFF2-40B4-BE49-F238E27FC236}">
                <a16:creationId xmlns:a16="http://schemas.microsoft.com/office/drawing/2014/main" id="{3B96A5C7-3F7A-4462-890D-4AFF67521A16}"/>
              </a:ext>
            </a:extLst>
          </p:cNvPr>
          <p:cNvSpPr>
            <a:spLocks noGrp="1"/>
          </p:cNvSpPr>
          <p:nvPr>
            <p:ph type="body" sz="quarter" idx="22" hasCustomPrompt="1"/>
          </p:nvPr>
        </p:nvSpPr>
        <p:spPr>
          <a:xfrm>
            <a:off x="0" y="0"/>
            <a:ext cx="4872038" cy="2133600"/>
          </a:xfrm>
          <a:prstGeom prst="roundRect">
            <a:avLst>
              <a:gd name="adj" fmla="val 0"/>
            </a:avLst>
          </a:prstGeom>
          <a:solidFill>
            <a:schemeClr val="accent4">
              <a:alpha val="80000"/>
            </a:schemeClr>
          </a:solidFill>
        </p:spPr>
        <p:txBody>
          <a:bodyPr/>
          <a:lstStyle/>
          <a:p>
            <a:pPr lvl="0"/>
            <a:r>
              <a:rPr lang="en-US"/>
              <a:t> </a:t>
            </a:r>
          </a:p>
        </p:txBody>
      </p:sp>
      <p:sp>
        <p:nvSpPr>
          <p:cNvPr id="12" name="Text Placeholder 11">
            <a:extLst>
              <a:ext uri="{FF2B5EF4-FFF2-40B4-BE49-F238E27FC236}">
                <a16:creationId xmlns:a16="http://schemas.microsoft.com/office/drawing/2014/main" id="{F6244789-B0B2-470E-AA75-8678C2EC885C}"/>
              </a:ext>
            </a:extLst>
          </p:cNvPr>
          <p:cNvSpPr>
            <a:spLocks noGrp="1"/>
          </p:cNvSpPr>
          <p:nvPr>
            <p:ph type="body" sz="quarter" idx="14"/>
          </p:nvPr>
        </p:nvSpPr>
        <p:spPr>
          <a:xfrm>
            <a:off x="359222" y="309215"/>
            <a:ext cx="4512642" cy="431800"/>
          </a:xfrm>
        </p:spPr>
        <p:txBody>
          <a:bodyPr>
            <a:normAutofit/>
          </a:bodyPr>
          <a:lstStyle>
            <a:lvl1pPr>
              <a:defRPr sz="1400" cap="all" baseline="0">
                <a:solidFill>
                  <a:schemeClr val="bg1"/>
                </a:solidFill>
              </a:defRPr>
            </a:lvl1pPr>
          </a:lstStyle>
          <a:p>
            <a:pPr lvl="0"/>
            <a:r>
              <a:rPr lang="en-US"/>
              <a:t>Click to edit Master text styles</a:t>
            </a:r>
          </a:p>
        </p:txBody>
      </p:sp>
      <p:sp>
        <p:nvSpPr>
          <p:cNvPr id="13" name="Title 12">
            <a:extLst>
              <a:ext uri="{FF2B5EF4-FFF2-40B4-BE49-F238E27FC236}">
                <a16:creationId xmlns:a16="http://schemas.microsoft.com/office/drawing/2014/main" id="{4F315293-240D-45F7-873B-11BB44A7C998}"/>
              </a:ext>
            </a:extLst>
          </p:cNvPr>
          <p:cNvSpPr>
            <a:spLocks noGrp="1"/>
          </p:cNvSpPr>
          <p:nvPr>
            <p:ph type="title"/>
          </p:nvPr>
        </p:nvSpPr>
        <p:spPr>
          <a:xfrm>
            <a:off x="333202" y="957981"/>
            <a:ext cx="4512642" cy="1008112"/>
          </a:xfrm>
        </p:spPr>
        <p:txBody>
          <a:bodyPr/>
          <a:lstStyle>
            <a:lvl1pPr>
              <a:defRPr>
                <a:solidFill>
                  <a:schemeClr val="bg1"/>
                </a:solidFill>
              </a:defRPr>
            </a:lvl1pPr>
          </a:lstStyle>
          <a:p>
            <a:r>
              <a:rPr lang="en-US"/>
              <a:t>Click to edit Master title style</a:t>
            </a:r>
          </a:p>
        </p:txBody>
      </p:sp>
      <p:sp>
        <p:nvSpPr>
          <p:cNvPr id="16" name="Text Placeholder 15">
            <a:extLst>
              <a:ext uri="{FF2B5EF4-FFF2-40B4-BE49-F238E27FC236}">
                <a16:creationId xmlns:a16="http://schemas.microsoft.com/office/drawing/2014/main" id="{B0492DFD-0804-43EC-AA03-B3C6A594DBF4}"/>
              </a:ext>
            </a:extLst>
          </p:cNvPr>
          <p:cNvSpPr>
            <a:spLocks noGrp="1"/>
          </p:cNvSpPr>
          <p:nvPr>
            <p:ph type="body" sz="quarter" idx="15"/>
          </p:nvPr>
        </p:nvSpPr>
        <p:spPr>
          <a:xfrm>
            <a:off x="424811" y="3552636"/>
            <a:ext cx="3474720" cy="2565400"/>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59122B72-E415-45B5-898D-5B6987AA5F23}"/>
              </a:ext>
            </a:extLst>
          </p:cNvPr>
          <p:cNvSpPr>
            <a:spLocks noGrp="1"/>
          </p:cNvSpPr>
          <p:nvPr>
            <p:ph type="body" sz="quarter" idx="16"/>
          </p:nvPr>
        </p:nvSpPr>
        <p:spPr>
          <a:xfrm>
            <a:off x="4370542" y="3552636"/>
            <a:ext cx="3474720" cy="2565400"/>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9">
            <a:extLst>
              <a:ext uri="{FF2B5EF4-FFF2-40B4-BE49-F238E27FC236}">
                <a16:creationId xmlns:a16="http://schemas.microsoft.com/office/drawing/2014/main" id="{AE25725C-2585-43C2-9B54-9F24223EAB9B}"/>
              </a:ext>
            </a:extLst>
          </p:cNvPr>
          <p:cNvSpPr>
            <a:spLocks noGrp="1"/>
          </p:cNvSpPr>
          <p:nvPr>
            <p:ph type="body" sz="quarter" idx="17"/>
          </p:nvPr>
        </p:nvSpPr>
        <p:spPr>
          <a:xfrm>
            <a:off x="8316274" y="3552636"/>
            <a:ext cx="3474720" cy="2565400"/>
          </a:xfrm>
        </p:spPr>
        <p:txBody>
          <a:bodyPr>
            <a:norm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3">
            <a:extLst>
              <a:ext uri="{FF2B5EF4-FFF2-40B4-BE49-F238E27FC236}">
                <a16:creationId xmlns:a16="http://schemas.microsoft.com/office/drawing/2014/main" id="{51A1BD51-D3B9-4DA5-A7E0-48012BC4C8C5}"/>
              </a:ext>
            </a:extLst>
          </p:cNvPr>
          <p:cNvSpPr>
            <a:spLocks noGrp="1"/>
          </p:cNvSpPr>
          <p:nvPr>
            <p:ph type="pic" sz="quarter" idx="19"/>
          </p:nvPr>
        </p:nvSpPr>
        <p:spPr>
          <a:xfrm>
            <a:off x="4370542" y="2708275"/>
            <a:ext cx="731520" cy="731520"/>
          </a:xfrm>
          <a:prstGeom prst="ellipse">
            <a:avLst/>
          </a:prstGeom>
        </p:spPr>
        <p:txBody>
          <a:bodyPr vert="horz" lIns="0" tIns="0" rIns="0" bIns="0" rtlCol="0">
            <a:normAutofit/>
          </a:bodyPr>
          <a:lstStyle>
            <a:lvl1pPr>
              <a:defRPr lang="en-US" sz="1200"/>
            </a:lvl1pPr>
          </a:lstStyle>
          <a:p>
            <a:pPr lvl="0"/>
            <a:r>
              <a:rPr lang="en-US"/>
              <a:t>Click icon to add picture</a:t>
            </a:r>
          </a:p>
        </p:txBody>
      </p:sp>
      <p:sp>
        <p:nvSpPr>
          <p:cNvPr id="26" name="Picture Placeholder 25">
            <a:extLst>
              <a:ext uri="{FF2B5EF4-FFF2-40B4-BE49-F238E27FC236}">
                <a16:creationId xmlns:a16="http://schemas.microsoft.com/office/drawing/2014/main" id="{A8CAF6C9-3C2E-4A93-9179-0B6374A2E3E8}"/>
              </a:ext>
            </a:extLst>
          </p:cNvPr>
          <p:cNvSpPr>
            <a:spLocks noGrp="1"/>
          </p:cNvSpPr>
          <p:nvPr>
            <p:ph type="pic" sz="quarter" idx="20"/>
          </p:nvPr>
        </p:nvSpPr>
        <p:spPr>
          <a:xfrm>
            <a:off x="8316274" y="2708275"/>
            <a:ext cx="731520" cy="731520"/>
          </a:xfrm>
          <a:prstGeom prst="ellipse">
            <a:avLst/>
          </a:prstGeom>
        </p:spPr>
        <p:txBody>
          <a:bodyPr vert="horz" lIns="0" tIns="0" rIns="0" bIns="0" rtlCol="0">
            <a:normAutofit/>
          </a:bodyPr>
          <a:lstStyle>
            <a:lvl1pPr>
              <a:defRPr lang="en-US" sz="1200"/>
            </a:lvl1pPr>
          </a:lstStyle>
          <a:p>
            <a:pPr lvl="0"/>
            <a:r>
              <a:rPr lang="en-US"/>
              <a:t>Click icon to add picture</a:t>
            </a:r>
          </a:p>
        </p:txBody>
      </p:sp>
      <p:sp>
        <p:nvSpPr>
          <p:cNvPr id="30" name="Text Placeholder 29">
            <a:extLst>
              <a:ext uri="{FF2B5EF4-FFF2-40B4-BE49-F238E27FC236}">
                <a16:creationId xmlns:a16="http://schemas.microsoft.com/office/drawing/2014/main" id="{13063BE2-A688-4431-8F31-D50010039C08}"/>
              </a:ext>
            </a:extLst>
          </p:cNvPr>
          <p:cNvSpPr>
            <a:spLocks noGrp="1"/>
          </p:cNvSpPr>
          <p:nvPr>
            <p:ph type="body" sz="quarter" idx="21"/>
          </p:nvPr>
        </p:nvSpPr>
        <p:spPr>
          <a:xfrm>
            <a:off x="9930440" y="226130"/>
            <a:ext cx="2070215" cy="1728787"/>
          </a:xfrm>
        </p:spPr>
        <p:txBody>
          <a:bodyPr>
            <a:normAutofit/>
          </a:bodyPr>
          <a:lstStyle>
            <a:lvl1pPr>
              <a:lnSpc>
                <a:spcPts val="2100"/>
              </a:lnSpc>
              <a:defRPr sz="1400" cap="all" baseline="0">
                <a:solidFill>
                  <a:schemeClr val="accent3"/>
                </a:solidFill>
              </a:defRPr>
            </a:lvl1pPr>
            <a:lvl2pPr>
              <a:defRPr sz="1050">
                <a:solidFill>
                  <a:schemeClr val="bg1"/>
                </a:solidFill>
              </a:defRPr>
            </a:lvl2pPr>
            <a:lvl3pPr>
              <a:defRPr sz="1050">
                <a:solidFill>
                  <a:schemeClr val="bg1"/>
                </a:solidFill>
              </a:defRPr>
            </a:lvl3pPr>
            <a:lvl4pPr>
              <a:defRPr sz="1050">
                <a:solidFill>
                  <a:schemeClr val="bg1"/>
                </a:solidFill>
              </a:defRPr>
            </a:lvl4pPr>
            <a:lvl5pPr>
              <a:defRPr sz="1050">
                <a:solidFill>
                  <a:schemeClr val="bg1"/>
                </a:solidFill>
              </a:defRPr>
            </a:lvl5pPr>
          </a:lstStyle>
          <a:p>
            <a:pPr lvl="0"/>
            <a:r>
              <a:rPr lang="en-US"/>
              <a:t>Click to edit Master text styles</a:t>
            </a:r>
          </a:p>
        </p:txBody>
      </p:sp>
      <p:grpSp>
        <p:nvGrpSpPr>
          <p:cNvPr id="42" name="Groupe 4095">
            <a:extLst>
              <a:ext uri="{FF2B5EF4-FFF2-40B4-BE49-F238E27FC236}">
                <a16:creationId xmlns:a16="http://schemas.microsoft.com/office/drawing/2014/main" id="{093D1EC2-CB5C-4C62-8CF5-175466360281}"/>
              </a:ext>
            </a:extLst>
          </p:cNvPr>
          <p:cNvGrpSpPr/>
          <p:nvPr userDrawn="1"/>
        </p:nvGrpSpPr>
        <p:grpSpPr>
          <a:xfrm>
            <a:off x="12295891" y="4289244"/>
            <a:ext cx="1462993" cy="2058800"/>
            <a:chOff x="12432704" y="1992581"/>
            <a:chExt cx="1462993" cy="2058800"/>
          </a:xfrm>
        </p:grpSpPr>
        <p:sp>
          <p:nvSpPr>
            <p:cNvPr id="43" name="Forme libre : forme 40">
              <a:extLst>
                <a:ext uri="{FF2B5EF4-FFF2-40B4-BE49-F238E27FC236}">
                  <a16:creationId xmlns:a16="http://schemas.microsoft.com/office/drawing/2014/main" id="{4B2DEA63-19E1-4392-A23F-E2943818232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4" name="Forme libre : forme 41">
              <a:extLst>
                <a:ext uri="{FF2B5EF4-FFF2-40B4-BE49-F238E27FC236}">
                  <a16:creationId xmlns:a16="http://schemas.microsoft.com/office/drawing/2014/main" id="{85389E95-335A-4C3B-9719-D727B7D1E51A}"/>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5" name="Forme libre : forme 42">
              <a:extLst>
                <a:ext uri="{FF2B5EF4-FFF2-40B4-BE49-F238E27FC236}">
                  <a16:creationId xmlns:a16="http://schemas.microsoft.com/office/drawing/2014/main" id="{D5C3C347-97F0-4753-842A-9CEAB0CD602E}"/>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6" name="Forme libre : forme 43">
              <a:extLst>
                <a:ext uri="{FF2B5EF4-FFF2-40B4-BE49-F238E27FC236}">
                  <a16:creationId xmlns:a16="http://schemas.microsoft.com/office/drawing/2014/main" id="{867EE49F-A2F3-40E4-B7A1-4C1C8B46321F}"/>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7" name="Forme libre : forme 44">
              <a:extLst>
                <a:ext uri="{FF2B5EF4-FFF2-40B4-BE49-F238E27FC236}">
                  <a16:creationId xmlns:a16="http://schemas.microsoft.com/office/drawing/2014/main" id="{74D15298-EF8A-4DA1-840C-55A9C1C6461F}"/>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8" name="Forme libre : forme 45">
              <a:extLst>
                <a:ext uri="{FF2B5EF4-FFF2-40B4-BE49-F238E27FC236}">
                  <a16:creationId xmlns:a16="http://schemas.microsoft.com/office/drawing/2014/main" id="{6CD1226E-B776-4097-9CAC-1ABEB4F343D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9" name="Forme libre : forme 46">
              <a:extLst>
                <a:ext uri="{FF2B5EF4-FFF2-40B4-BE49-F238E27FC236}">
                  <a16:creationId xmlns:a16="http://schemas.microsoft.com/office/drawing/2014/main" id="{2970F72C-9260-446C-BF89-4C21701C3461}"/>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50" name="Forme libre : forme 47">
              <a:extLst>
                <a:ext uri="{FF2B5EF4-FFF2-40B4-BE49-F238E27FC236}">
                  <a16:creationId xmlns:a16="http://schemas.microsoft.com/office/drawing/2014/main" id="{D2FE7424-A9F7-41C7-91F4-55C5671BC82C}"/>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51" name="Forme libre : forme 48">
              <a:extLst>
                <a:ext uri="{FF2B5EF4-FFF2-40B4-BE49-F238E27FC236}">
                  <a16:creationId xmlns:a16="http://schemas.microsoft.com/office/drawing/2014/main" id="{578C00DB-9B0D-424B-9718-D99CA505FD22}"/>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2" name="Forme libre : forme 49">
              <a:extLst>
                <a:ext uri="{FF2B5EF4-FFF2-40B4-BE49-F238E27FC236}">
                  <a16:creationId xmlns:a16="http://schemas.microsoft.com/office/drawing/2014/main" id="{C50E963A-B8A2-4F56-987D-92EE3ADEB11D}"/>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3" name="Forme libre : forme 50">
              <a:extLst>
                <a:ext uri="{FF2B5EF4-FFF2-40B4-BE49-F238E27FC236}">
                  <a16:creationId xmlns:a16="http://schemas.microsoft.com/office/drawing/2014/main" id="{96EA96D9-F85E-4288-AF3E-E3163654E1EC}"/>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4" name="Forme libre : forme 51">
              <a:extLst>
                <a:ext uri="{FF2B5EF4-FFF2-40B4-BE49-F238E27FC236}">
                  <a16:creationId xmlns:a16="http://schemas.microsoft.com/office/drawing/2014/main" id="{9BDC0FB9-0EA2-436D-802A-A66D0DBBCB9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5" name="Forme libre : forme 52">
              <a:extLst>
                <a:ext uri="{FF2B5EF4-FFF2-40B4-BE49-F238E27FC236}">
                  <a16:creationId xmlns:a16="http://schemas.microsoft.com/office/drawing/2014/main" id="{04D88622-69DF-4CB5-82CD-640C688C9885}"/>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6" name="Forme libre : forme 53">
              <a:extLst>
                <a:ext uri="{FF2B5EF4-FFF2-40B4-BE49-F238E27FC236}">
                  <a16:creationId xmlns:a16="http://schemas.microsoft.com/office/drawing/2014/main" id="{A0C91EA0-7A79-4B8C-BD7A-61CA28896A59}"/>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7" name="Forme libre : forme 54">
              <a:extLst>
                <a:ext uri="{FF2B5EF4-FFF2-40B4-BE49-F238E27FC236}">
                  <a16:creationId xmlns:a16="http://schemas.microsoft.com/office/drawing/2014/main" id="{A58F9C70-2A3E-4BF4-B360-928E5516C1E8}"/>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8" name="Forme libre : forme 55">
              <a:extLst>
                <a:ext uri="{FF2B5EF4-FFF2-40B4-BE49-F238E27FC236}">
                  <a16:creationId xmlns:a16="http://schemas.microsoft.com/office/drawing/2014/main" id="{6587FE20-5CB3-47CC-B598-ADD11C80997E}"/>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9" name="Forme libre : forme 56">
              <a:extLst>
                <a:ext uri="{FF2B5EF4-FFF2-40B4-BE49-F238E27FC236}">
                  <a16:creationId xmlns:a16="http://schemas.microsoft.com/office/drawing/2014/main" id="{7ADF7701-8B43-473D-803B-25417091F48B}"/>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60" name="Forme libre : forme 57">
              <a:extLst>
                <a:ext uri="{FF2B5EF4-FFF2-40B4-BE49-F238E27FC236}">
                  <a16:creationId xmlns:a16="http://schemas.microsoft.com/office/drawing/2014/main" id="{DD374248-F529-4AF6-A61D-058BB1257070}"/>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61" name="Forme libre : forme 58">
              <a:extLst>
                <a:ext uri="{FF2B5EF4-FFF2-40B4-BE49-F238E27FC236}">
                  <a16:creationId xmlns:a16="http://schemas.microsoft.com/office/drawing/2014/main" id="{9B7A2F31-ACAF-4A13-A956-BEF5E25606F5}"/>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2" name="Forme libre : forme 59">
              <a:extLst>
                <a:ext uri="{FF2B5EF4-FFF2-40B4-BE49-F238E27FC236}">
                  <a16:creationId xmlns:a16="http://schemas.microsoft.com/office/drawing/2014/main" id="{6399DF14-3B01-4E7B-AE21-04C61436468E}"/>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3" name="Picture Placeholder 21">
            <a:extLst>
              <a:ext uri="{FF2B5EF4-FFF2-40B4-BE49-F238E27FC236}">
                <a16:creationId xmlns:a16="http://schemas.microsoft.com/office/drawing/2014/main" id="{CECFE33A-3059-45BD-BAA3-441C7D254302}"/>
              </a:ext>
            </a:extLst>
          </p:cNvPr>
          <p:cNvSpPr>
            <a:spLocks noGrp="1"/>
          </p:cNvSpPr>
          <p:nvPr>
            <p:ph type="pic" sz="quarter" idx="24"/>
          </p:nvPr>
        </p:nvSpPr>
        <p:spPr>
          <a:xfrm>
            <a:off x="407368" y="2708275"/>
            <a:ext cx="731520" cy="731520"/>
          </a:xfrm>
          <a:prstGeom prst="ellipse">
            <a:avLst/>
          </a:prstGeom>
        </p:spPr>
        <p:txBody>
          <a:bodyPr>
            <a:normAutofit/>
          </a:bodyPr>
          <a:lstStyle>
            <a:lvl1pPr>
              <a:defRPr sz="1200"/>
            </a:lvl1pPr>
          </a:lstStyle>
          <a:p>
            <a:r>
              <a:rPr lang="en-US"/>
              <a:t>Click icon to add picture</a:t>
            </a:r>
          </a:p>
        </p:txBody>
      </p:sp>
      <p:sp>
        <p:nvSpPr>
          <p:cNvPr id="4" name="Text Placeholder 3">
            <a:extLst>
              <a:ext uri="{FF2B5EF4-FFF2-40B4-BE49-F238E27FC236}">
                <a16:creationId xmlns:a16="http://schemas.microsoft.com/office/drawing/2014/main" id="{6830B411-2AF8-4F4D-9CE2-8CF81B6FD313}"/>
              </a:ext>
            </a:extLst>
          </p:cNvPr>
          <p:cNvSpPr>
            <a:spLocks noGrp="1"/>
          </p:cNvSpPr>
          <p:nvPr>
            <p:ph type="body" sz="quarter" idx="25"/>
          </p:nvPr>
        </p:nvSpPr>
        <p:spPr>
          <a:xfrm>
            <a:off x="1271588" y="2772410"/>
            <a:ext cx="2627312" cy="603250"/>
          </a:xfrm>
        </p:spPr>
        <p:txBody>
          <a:bodyPr>
            <a:noAutofit/>
          </a:bodyPr>
          <a:lstStyle>
            <a:lvl1pPr>
              <a:defRPr sz="1300"/>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14">
            <a:extLst>
              <a:ext uri="{FF2B5EF4-FFF2-40B4-BE49-F238E27FC236}">
                <a16:creationId xmlns:a16="http://schemas.microsoft.com/office/drawing/2014/main" id="{974319B4-996C-40DF-807D-56DD057B4308}"/>
              </a:ext>
            </a:extLst>
          </p:cNvPr>
          <p:cNvSpPr>
            <a:spLocks noGrp="1"/>
          </p:cNvSpPr>
          <p:nvPr>
            <p:ph type="body" sz="quarter" idx="26"/>
          </p:nvPr>
        </p:nvSpPr>
        <p:spPr>
          <a:xfrm>
            <a:off x="5232399" y="2772283"/>
            <a:ext cx="2624328" cy="603504"/>
          </a:xfrm>
        </p:spPr>
        <p:txBody>
          <a:bodyPr vert="horz" lIns="0" tIns="0" rIns="0" bIns="0" rtlCol="0">
            <a:noAutofit/>
          </a:bodyPr>
          <a:lstStyle>
            <a:lvl1pPr>
              <a:defRPr lang="en-US" sz="1300" dirty="0" smtClean="0"/>
            </a:lvl1pPr>
            <a:lvl2pPr>
              <a:defRPr lang="en-US" sz="1400" dirty="0" smtClean="0"/>
            </a:lvl2pPr>
            <a:lvl3pPr>
              <a:defRPr lang="en-US" sz="1400" dirty="0" smtClean="0"/>
            </a:lvl3pPr>
            <a:lvl4pPr>
              <a:defRPr lang="en-US" dirty="0" smtClean="0"/>
            </a:lvl4pPr>
            <a:lvl5pPr>
              <a:defRPr lang="en-US" dirty="0"/>
            </a:lvl5pPr>
          </a:lstStyle>
          <a:p>
            <a:pPr lvl="0"/>
            <a:r>
              <a:rPr lang="en-US"/>
              <a:t>Click to edit Master text styles</a:t>
            </a:r>
          </a:p>
        </p:txBody>
      </p:sp>
      <p:sp>
        <p:nvSpPr>
          <p:cNvPr id="19" name="Text Placeholder 18">
            <a:extLst>
              <a:ext uri="{FF2B5EF4-FFF2-40B4-BE49-F238E27FC236}">
                <a16:creationId xmlns:a16="http://schemas.microsoft.com/office/drawing/2014/main" id="{F980CE68-2070-4CE7-B71F-2EAC4B8C0479}"/>
              </a:ext>
            </a:extLst>
          </p:cNvPr>
          <p:cNvSpPr>
            <a:spLocks noGrp="1"/>
          </p:cNvSpPr>
          <p:nvPr>
            <p:ph type="body" sz="quarter" idx="27"/>
          </p:nvPr>
        </p:nvSpPr>
        <p:spPr>
          <a:xfrm>
            <a:off x="9120188" y="2772283"/>
            <a:ext cx="2664444" cy="603504"/>
          </a:xfrm>
        </p:spPr>
        <p:txBody>
          <a:bodyPr vert="horz" lIns="0" tIns="0" rIns="0" bIns="0" rtlCol="0">
            <a:noAutofit/>
          </a:bodyPr>
          <a:lstStyle>
            <a:lvl1pPr>
              <a:defRPr lang="en-US" sz="1300" smtClean="0"/>
            </a:lvl1pPr>
            <a:lvl2pPr>
              <a:defRPr lang="en-US" sz="1400" smtClean="0"/>
            </a:lvl2pPr>
            <a:lvl3pPr>
              <a:defRPr lang="en-US" sz="1400" smtClean="0"/>
            </a:lvl3pPr>
            <a:lvl4pPr>
              <a:defRPr lang="en-US" smtClean="0"/>
            </a:lvl4pPr>
            <a:lvl5pPr>
              <a:defRPr lang="en-US"/>
            </a:lvl5pPr>
          </a:lstStyle>
          <a:p>
            <a:pPr lvl="0"/>
            <a:r>
              <a:rPr lang="en-US"/>
              <a:t>Click to edit Master text styles</a:t>
            </a:r>
          </a:p>
        </p:txBody>
      </p:sp>
      <p:pic>
        <p:nvPicPr>
          <p:cNvPr id="21" name="Picture 20" descr="A person holding a tablet in a warehouse&#10;&#10;Description automatically generated with medium confidence">
            <a:extLst>
              <a:ext uri="{FF2B5EF4-FFF2-40B4-BE49-F238E27FC236}">
                <a16:creationId xmlns:a16="http://schemas.microsoft.com/office/drawing/2014/main" id="{DB2EB653-39EA-4C83-8498-2CED6F2F0E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9" t="46949" r="1479" b="13711"/>
          <a:stretch/>
        </p:blipFill>
        <p:spPr>
          <a:xfrm>
            <a:off x="1737674" y="0"/>
            <a:ext cx="8073390" cy="2120900"/>
          </a:xfrm>
          <a:prstGeom prst="rect">
            <a:avLst/>
          </a:prstGeom>
        </p:spPr>
      </p:pic>
    </p:spTree>
    <p:extLst>
      <p:ext uri="{BB962C8B-B14F-4D97-AF65-F5344CB8AC3E}">
        <p14:creationId xmlns:p14="http://schemas.microsoft.com/office/powerpoint/2010/main" val="7673394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Purpl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1980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ustomer-centricity-2">
    <p:bg>
      <p:bgPr>
        <a:solidFill>
          <a:schemeClr val="accent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D51783-97E1-F844-8B7E-8699C2ACE715}"/>
              </a:ext>
            </a:extLst>
          </p:cNvPr>
          <p:cNvSpPr/>
          <p:nvPr userDrawn="1"/>
        </p:nvSpPr>
        <p:spPr>
          <a:xfrm>
            <a:off x="7386351" y="-1"/>
            <a:ext cx="4871864"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L" sz="1600" b="0" i="0" err="1">
              <a:latin typeface="Ubuntu" panose="020B0504030602030204" pitchFamily="34" charset="0"/>
            </a:endParaRPr>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pic>
        <p:nvPicPr>
          <p:cNvPr id="6" name="Image 5">
            <a:extLst>
              <a:ext uri="{FF2B5EF4-FFF2-40B4-BE49-F238E27FC236}">
                <a16:creationId xmlns:a16="http://schemas.microsoft.com/office/drawing/2014/main" id="{D7D47337-6EA3-4615-B7AB-FCC0F411FC49}"/>
              </a:ext>
            </a:extLst>
          </p:cNvPr>
          <p:cNvPicPr>
            <a:picLocks noChangeAspect="1"/>
          </p:cNvPicPr>
          <p:nvPr userDrawn="1"/>
        </p:nvPicPr>
        <p:blipFill rotWithShape="1">
          <a:blip r:embed="rId5"/>
          <a:srcRect l="5457" r="5457"/>
          <a:stretch/>
        </p:blipFill>
        <p:spPr>
          <a:xfrm rot="5400000">
            <a:off x="-954167" y="881783"/>
            <a:ext cx="6858002" cy="5094433"/>
          </a:xfrm>
          <a:prstGeom prst="rect">
            <a:avLst/>
          </a:prstGeom>
        </p:spPr>
      </p:pic>
      <p:sp>
        <p:nvSpPr>
          <p:cNvPr id="7" name="Rectangle 6">
            <a:extLst>
              <a:ext uri="{FF2B5EF4-FFF2-40B4-BE49-F238E27FC236}">
                <a16:creationId xmlns:a16="http://schemas.microsoft.com/office/drawing/2014/main" id="{58C72C05-B466-4B3D-ACCD-1D3CDDBBDE69}"/>
              </a:ext>
            </a:extLst>
          </p:cNvPr>
          <p:cNvSpPr/>
          <p:nvPr userDrawn="1"/>
        </p:nvSpPr>
        <p:spPr>
          <a:xfrm>
            <a:off x="-473957" y="-5"/>
            <a:ext cx="5496008" cy="6858003"/>
          </a:xfrm>
          <a:prstGeom prst="rect">
            <a:avLst/>
          </a:prstGeom>
          <a:solidFill>
            <a:schemeClr val="bg1">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75437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Disposition personnalisé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2E0F0F-C059-4E60-ACA8-C2277E794CAF}"/>
              </a:ext>
            </a:extLst>
          </p:cNvPr>
          <p:cNvSpPr>
            <a:spLocks noGrp="1"/>
          </p:cNvSpPr>
          <p:nvPr>
            <p:ph type="title"/>
          </p:nvPr>
        </p:nvSpPr>
        <p:spPr>
          <a:xfrm>
            <a:off x="227349" y="0"/>
            <a:ext cx="11125236" cy="1104900"/>
          </a:xfrm>
        </p:spPr>
        <p:txBody>
          <a:bodyPr/>
          <a:lstStyle/>
          <a:p>
            <a:r>
              <a:rPr lang="fr-FR" err="1"/>
              <a:t>Title</a:t>
            </a:r>
            <a:br>
              <a:rPr lang="fr-FR">
                <a:solidFill>
                  <a:srgbClr val="FFFFFF"/>
                </a:solidFill>
              </a:rPr>
            </a:br>
            <a:r>
              <a:rPr lang="fr-FR" sz="2000" err="1">
                <a:solidFill>
                  <a:srgbClr val="12ABDB"/>
                </a:solidFill>
              </a:rPr>
              <a:t>subtitle</a:t>
            </a:r>
            <a:endParaRPr lang="fr-FR"/>
          </a:p>
        </p:txBody>
      </p:sp>
    </p:spTree>
    <p:extLst>
      <p:ext uri="{BB962C8B-B14F-4D97-AF65-F5344CB8AC3E}">
        <p14:creationId xmlns:p14="http://schemas.microsoft.com/office/powerpoint/2010/main" val="34536370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Titre et contenu">
    <p:bg>
      <p:bgPr>
        <a:solidFill>
          <a:schemeClr val="bg2"/>
        </a:solidFill>
        <a:effectLst/>
      </p:bgPr>
    </p:bg>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C3EBE71E-EAA5-A344-9779-753D0B57971E}"/>
              </a:ext>
            </a:extLst>
          </p:cNvPr>
          <p:cNvSpPr>
            <a:spLocks noGrp="1"/>
          </p:cNvSpPr>
          <p:nvPr>
            <p:ph type="body" sz="quarter" idx="11" hasCustomPrompt="1"/>
          </p:nvPr>
        </p:nvSpPr>
        <p:spPr>
          <a:xfrm>
            <a:off x="479425" y="476250"/>
            <a:ext cx="6745288" cy="438150"/>
          </a:xfrm>
          <a:prstGeom prst="rect">
            <a:avLst/>
          </a:prstGeom>
        </p:spPr>
        <p:txBody>
          <a:bodyPr lIns="0" tIns="72000" rIns="0" bIns="0" anchor="t"/>
          <a:lstStyle>
            <a:lvl1pPr>
              <a:lnSpc>
                <a:spcPts val="2800"/>
              </a:lnSpc>
              <a:spcBef>
                <a:spcPts val="0"/>
              </a:spcBef>
              <a:defRPr sz="2600" b="0" i="0" spc="0" baseline="0">
                <a:solidFill>
                  <a:schemeClr val="accent1"/>
                </a:solidFill>
                <a:latin typeface="Ubuntu Light" panose="020B0304030602030204" pitchFamily="34" charset="0"/>
              </a:defRPr>
            </a:lvl1pPr>
          </a:lstStyle>
          <a:p>
            <a:pPr lvl="0"/>
            <a:r>
              <a:rPr lang="en-GB"/>
              <a:t>Click to edit master text styles</a:t>
            </a:r>
          </a:p>
        </p:txBody>
      </p:sp>
    </p:spTree>
    <p:extLst>
      <p:ext uri="{BB962C8B-B14F-4D97-AF65-F5344CB8AC3E}">
        <p14:creationId xmlns:p14="http://schemas.microsoft.com/office/powerpoint/2010/main" val="5780001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7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61872"/>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1187078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hasCustomPrompt="1"/>
          </p:nvPr>
        </p:nvSpPr>
        <p:spPr>
          <a:xfrm>
            <a:off x="4295775" y="260350"/>
            <a:ext cx="7127609" cy="792163"/>
          </a:xfrm>
        </p:spPr>
        <p:txBody>
          <a:bodyPr anchor="ctr"/>
          <a:lstStyle>
            <a:lvl1pPr>
              <a:defRPr sz="2000">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18180522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66DBF-5692-430F-9201-A6686F789BE2}"/>
              </a:ext>
            </a:extLst>
          </p:cNvPr>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1392438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24742205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4"/>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21" name="Object 20" hidden="1"/>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75097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AI &amp; Data Engineering Offer |  Group Portfolio | AI &amp; Data Engineering Team | 2022-2023</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‹N°›</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2022-2023. All rights reserved |</a:t>
            </a:r>
          </a:p>
        </p:txBody>
      </p:sp>
    </p:spTree>
    <p:extLst>
      <p:ext uri="{BB962C8B-B14F-4D97-AF65-F5344CB8AC3E}">
        <p14:creationId xmlns:p14="http://schemas.microsoft.com/office/powerpoint/2010/main" val="540114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B0FA1039-B473-26A4-1520-83D89C0E5818}"/>
              </a:ext>
            </a:extLst>
          </p:cNvPr>
          <p:cNvPicPr>
            <a:picLocks noChangeAspect="1"/>
          </p:cNvPicPr>
          <p:nvPr/>
        </p:nvPicPr>
        <p:blipFill rotWithShape="1">
          <a:blip r:embed="rId3">
            <a:extLst>
              <a:ext uri="{28A0092B-C50C-407E-A947-70E740481C1C}">
                <a14:useLocalDpi xmlns:a14="http://schemas.microsoft.com/office/drawing/2010/main" val="0"/>
              </a:ext>
            </a:extLst>
          </a:blip>
          <a:srcRect l="32154" r="39641"/>
          <a:stretch/>
        </p:blipFill>
        <p:spPr>
          <a:xfrm>
            <a:off x="-240704" y="10076"/>
            <a:ext cx="3454172" cy="6847925"/>
          </a:xfrm>
          <a:prstGeom prst="rect">
            <a:avLst/>
          </a:prstGeom>
        </p:spPr>
      </p:pic>
      <p:sp>
        <p:nvSpPr>
          <p:cNvPr id="10" name="Rectangle 9">
            <a:extLst>
              <a:ext uri="{FF2B5EF4-FFF2-40B4-BE49-F238E27FC236}">
                <a16:creationId xmlns:a16="http://schemas.microsoft.com/office/drawing/2014/main" id="{2505C501-264D-EA85-DD31-CF62D3D752F0}"/>
              </a:ext>
            </a:extLst>
          </p:cNvPr>
          <p:cNvSpPr/>
          <p:nvPr/>
        </p:nvSpPr>
        <p:spPr>
          <a:xfrm>
            <a:off x="-240703" y="10076"/>
            <a:ext cx="3744415" cy="6847924"/>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err="1">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3" name="Rectangle 62">
            <a:extLst>
              <a:ext uri="{FF2B5EF4-FFF2-40B4-BE49-F238E27FC236}">
                <a16:creationId xmlns:a16="http://schemas.microsoft.com/office/drawing/2014/main" id="{B268FAA2-72F2-9341-8B99-D1CAF12CA505}"/>
              </a:ext>
            </a:extLst>
          </p:cNvPr>
          <p:cNvSpPr/>
          <p:nvPr/>
        </p:nvSpPr>
        <p:spPr>
          <a:xfrm>
            <a:off x="3631664" y="906900"/>
            <a:ext cx="6737798" cy="4480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B0F0"/>
                </a:solidFill>
                <a:effectLst/>
                <a:uLnTx/>
                <a:uFillTx/>
                <a:latin typeface="Ubuntu"/>
                <a:ea typeface="+mn-lt"/>
                <a:cs typeface="+mn-lt"/>
              </a:rPr>
              <a:t>Objectifs</a:t>
            </a:r>
            <a:br>
              <a:rPr kumimoji="0" lang="fr-FR" sz="1400" b="1" i="0" u="none" strike="noStrike" kern="1200" cap="none" spc="0" normalizeH="0" baseline="0" noProof="0" dirty="0">
                <a:ln>
                  <a:noFill/>
                </a:ln>
                <a:solidFill>
                  <a:srgbClr val="FFFFFF"/>
                </a:solidFill>
                <a:effectLst/>
                <a:uLnTx/>
                <a:uFillTx/>
                <a:latin typeface="Ubuntu"/>
                <a:ea typeface="+mn-lt"/>
                <a:cs typeface="+mn-lt"/>
              </a:rPr>
            </a:br>
            <a:r>
              <a:rPr kumimoji="0" lang="fr-FR" sz="1000" b="0" i="0" u="none" strike="noStrike" kern="1200" cap="none" spc="0" normalizeH="0" baseline="0" noProof="0" dirty="0">
                <a:ln>
                  <a:noFill/>
                </a:ln>
                <a:solidFill>
                  <a:srgbClr val="FFFFFF"/>
                </a:solidFill>
                <a:effectLst/>
                <a:uLnTx/>
                <a:uFillTx/>
                <a:latin typeface="Ubuntu"/>
                <a:ea typeface="+mn-ea"/>
                <a:cs typeface="+mn-cs"/>
              </a:rPr>
              <a:t>L'objectif de DATA4Business est d'améliorer le suivi de la performance des marques et d'aider à mieux comprendre, répondre et anticiper les besoins des clients VGF.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srgbClr val="FFFFFF"/>
                </a:solidFill>
                <a:effectLst/>
                <a:uLnTx/>
                <a:uFillTx/>
                <a:latin typeface="Ubuntu"/>
                <a:ea typeface="+mn-ea"/>
                <a:cs typeface="+mn-cs"/>
              </a:rPr>
              <a:t>Exploiter les nouvelles capacités des données avec des technologies appropriées, soutenues par des modèles de données et des processus standardisés, une gouvernance des données fédérée et des capacités en libre-service.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1" i="0" u="none" strike="noStrike" kern="1200" cap="none" spc="0" normalizeH="0" baseline="0" noProof="0" dirty="0">
              <a:ln>
                <a:noFill/>
              </a:ln>
              <a:solidFill>
                <a:srgbClr val="00B0F0"/>
              </a:solidFill>
              <a:effectLst/>
              <a:uLnTx/>
              <a:uFillTx/>
              <a:latin typeface="Ubuntu"/>
              <a:ea typeface="+mn-lt"/>
              <a:cs typeface="+mn-lt"/>
            </a:endParaRPr>
          </a:p>
          <a:p>
            <a:pPr marL="0" marR="0" lvl="0" indent="85725"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B0F0"/>
                </a:solidFill>
                <a:effectLst/>
                <a:uLnTx/>
                <a:uFillTx/>
                <a:latin typeface="Ubuntu"/>
                <a:ea typeface="+mn-lt"/>
                <a:cs typeface="+mn-lt"/>
              </a:rPr>
              <a:t>Contexte et enjeux</a:t>
            </a:r>
            <a:endParaRPr kumimoji="0" lang="fr-FR" sz="1600" b="0" i="0" u="none" strike="noStrike" kern="1200" cap="none" spc="0" normalizeH="0" baseline="0" noProof="0" dirty="0">
              <a:ln>
                <a:noFill/>
              </a:ln>
              <a:solidFill>
                <a:srgbClr val="FFFFFF"/>
              </a:solidFill>
              <a:effectLst/>
              <a:uLnTx/>
              <a:uFillTx/>
              <a:latin typeface="Ubuntu"/>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rPr>
              <a:t>Le pilier du programme de stratégie de données de VOLKSWAGEN est de permettre la création de valeur à partir des données internes et externes, à la fois rapidement et à grande échelle, en s'appuyant sur les actifs de données.</a:t>
            </a:r>
          </a:p>
          <a:p>
            <a:pPr marL="0" marR="0" lvl="0" indent="0" algn="just"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endParaRPr>
          </a:p>
          <a:p>
            <a:pPr marL="0" marR="0" lvl="0" indent="0" algn="just"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rPr>
              <a:t>Limites du centre de données actuel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rPr>
              <a:t>Traitement des données en silo, sans contrôle systémique global.</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rPr>
              <a:t>Manque de réutilisation des données et de vérifications automatisées de leur qualité.</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rPr>
              <a:t>Responsabilités et rôles mal définis, non documentés et non partagés.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FR" sz="1000" b="0" i="0" u="none" strike="noStrike" kern="0" cap="none" spc="0" normalizeH="0" baseline="0" noProof="0" dirty="0">
                <a:ln>
                  <a:noFill/>
                </a:ln>
                <a:solidFill>
                  <a:srgbClr val="FFFFFF"/>
                </a:solidFill>
                <a:effectLst/>
                <a:uLnTx/>
                <a:uFillTx/>
                <a:latin typeface="Ubuntu" panose="020B0504030602030204" pitchFamily="34" charset="0"/>
                <a:ea typeface="+mn-ea"/>
                <a:cs typeface="Arial" pitchFamily="34"/>
              </a:rPr>
              <a:t>Manque d'exploration, d'analyse des données commerciales et d'une culture de données au sein de l'organisation.</a:t>
            </a:r>
          </a:p>
          <a:p>
            <a:pPr marL="0" marR="0" lvl="0" indent="85725" algn="l" defTabSz="914400" rtl="0" eaLnBrk="1" fontAlgn="auto" latinLnBrk="0" hangingPunct="1">
              <a:lnSpc>
                <a:spcPct val="100000"/>
              </a:lnSpc>
              <a:spcBef>
                <a:spcPts val="0"/>
              </a:spcBef>
              <a:spcAft>
                <a:spcPts val="0"/>
              </a:spcAft>
              <a:buClrTx/>
              <a:buSzTx/>
              <a:buFontTx/>
              <a:buNone/>
              <a:tabLst/>
              <a:defRPr/>
            </a:pPr>
            <a:endParaRPr kumimoji="0" lang="fr-FR" sz="1000" b="1" i="0" u="none" strike="noStrike" kern="0" cap="none" spc="0" normalizeH="0" baseline="0" noProof="0" dirty="0">
              <a:ln>
                <a:noFill/>
              </a:ln>
              <a:solidFill>
                <a:srgbClr val="FFFFFF"/>
              </a:solidFill>
              <a:effectLst/>
              <a:uLnTx/>
              <a:uFillTx/>
              <a:latin typeface="Ubuntu" panose="020B0504030602030204" pitchFamily="34" charset="0"/>
              <a:ea typeface="+mn-lt"/>
              <a:cs typeface="Arial" pitchFamily="34"/>
            </a:endParaRPr>
          </a:p>
          <a:p>
            <a:pPr marL="0" marR="0" lvl="0" indent="85725"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00B0F0"/>
                </a:solidFill>
                <a:effectLst/>
                <a:uLnTx/>
                <a:uFillTx/>
                <a:latin typeface="Ubuntu"/>
                <a:ea typeface="+mn-lt"/>
                <a:cs typeface="+mn-lt"/>
              </a:rPr>
              <a:t>Périmètre</a:t>
            </a:r>
            <a:br>
              <a:rPr kumimoji="0" lang="fr-FR" sz="1400" b="1" i="0" u="none" strike="noStrike" kern="1200" cap="none" spc="0" normalizeH="0" baseline="0" noProof="0" dirty="0">
                <a:ln>
                  <a:noFill/>
                </a:ln>
                <a:solidFill>
                  <a:srgbClr val="00B0F0"/>
                </a:solidFill>
                <a:effectLst/>
                <a:uLnTx/>
                <a:uFillTx/>
                <a:latin typeface="Ubuntu"/>
                <a:ea typeface="+mn-lt"/>
                <a:cs typeface="+mn-lt"/>
              </a:rPr>
            </a:br>
            <a:r>
              <a:rPr kumimoji="0" lang="fr-FR" sz="1000" b="0" i="0" u="none" strike="noStrike" kern="1200" cap="none" spc="0" normalizeH="0" baseline="0" noProof="0" dirty="0">
                <a:ln>
                  <a:noFill/>
                </a:ln>
                <a:solidFill>
                  <a:srgbClr val="FFFFFF"/>
                </a:solidFill>
                <a:effectLst/>
                <a:uLnTx/>
                <a:uFillTx/>
                <a:latin typeface="Ubuntu" panose="020B0504030602030204" pitchFamily="34" charset="0"/>
                <a:ea typeface="Verdana" panose="020B0604030504040204" pitchFamily="34" charset="0"/>
                <a:cs typeface="Times New Roman" panose="02020603050405020304" pitchFamily="18" charset="0"/>
              </a:rPr>
              <a:t>Domaine métier: Sales, </a:t>
            </a:r>
            <a:r>
              <a:rPr kumimoji="0" lang="fr-FR" sz="1000" b="0" i="0" u="none" strike="noStrike" kern="1200" cap="none" spc="0" normalizeH="0" baseline="0" noProof="0" dirty="0" err="1">
                <a:ln>
                  <a:noFill/>
                </a:ln>
                <a:solidFill>
                  <a:srgbClr val="FFFFFF"/>
                </a:solidFill>
                <a:effectLst/>
                <a:uLnTx/>
                <a:uFillTx/>
                <a:latin typeface="Ubuntu" panose="020B0504030602030204" pitchFamily="34" charset="0"/>
                <a:ea typeface="Verdana" panose="020B0604030504040204" pitchFamily="34" charset="0"/>
                <a:cs typeface="Times New Roman" panose="02020603050405020304" pitchFamily="18" charset="0"/>
              </a:rPr>
              <a:t>After</a:t>
            </a:r>
            <a:r>
              <a:rPr kumimoji="0" lang="fr-FR" sz="1000" b="0" i="0" u="none" strike="noStrike" kern="1200" cap="none" spc="0" normalizeH="0" baseline="0" noProof="0" dirty="0">
                <a:ln>
                  <a:noFill/>
                </a:ln>
                <a:solidFill>
                  <a:srgbClr val="FFFFFF"/>
                </a:solidFill>
                <a:effectLst/>
                <a:uLnTx/>
                <a:uFillTx/>
                <a:latin typeface="Ubuntu" panose="020B0504030602030204" pitchFamily="34" charset="0"/>
                <a:ea typeface="Verdana" panose="020B0604030504040204" pitchFamily="34" charset="0"/>
                <a:cs typeface="Times New Roman" panose="02020603050405020304" pitchFamily="18" charset="0"/>
              </a:rPr>
              <a:t>-sales, Marketing, Customer </a:t>
            </a:r>
            <a:r>
              <a:rPr kumimoji="0" lang="fr-FR" sz="1000" b="0" i="0" u="none" strike="noStrike" kern="1200" cap="none" spc="0" normalizeH="0" baseline="0" noProof="0" dirty="0" err="1">
                <a:ln>
                  <a:noFill/>
                </a:ln>
                <a:solidFill>
                  <a:srgbClr val="FFFFFF"/>
                </a:solidFill>
                <a:effectLst/>
                <a:uLnTx/>
                <a:uFillTx/>
                <a:latin typeface="Ubuntu" panose="020B0504030602030204" pitchFamily="34" charset="0"/>
                <a:ea typeface="Verdana" panose="020B0604030504040204" pitchFamily="34" charset="0"/>
                <a:cs typeface="Times New Roman" panose="02020603050405020304" pitchFamily="18" charset="0"/>
              </a:rPr>
              <a:t>Experience</a:t>
            </a:r>
            <a:r>
              <a:rPr kumimoji="0" lang="fr-FR" sz="1000" b="0" i="0" u="none" strike="noStrike" kern="1200" cap="none" spc="0" normalizeH="0" baseline="0" noProof="0" dirty="0">
                <a:ln>
                  <a:noFill/>
                </a:ln>
                <a:solidFill>
                  <a:srgbClr val="FFFFFF"/>
                </a:solidFill>
                <a:effectLst/>
                <a:uLnTx/>
                <a:uFillTx/>
                <a:latin typeface="Ubuntu" panose="020B0504030602030204" pitchFamily="34" charset="0"/>
                <a:ea typeface="Verdana" panose="020B0604030504040204" pitchFamily="34" charset="0"/>
                <a:cs typeface="Times New Roman" panose="02020603050405020304" pitchFamily="18" charset="0"/>
              </a:rPr>
              <a:t>…</a:t>
            </a:r>
          </a:p>
          <a:p>
            <a:pPr marL="457200" marR="0" lvl="1" indent="0" algn="l" defTabSz="914400" rtl="0" eaLnBrk="1" fontAlgn="auto" latinLnBrk="0" hangingPunct="1">
              <a:lnSpc>
                <a:spcPct val="100000"/>
              </a:lnSpc>
              <a:spcBef>
                <a:spcPts val="200"/>
              </a:spcBef>
              <a:spcAft>
                <a:spcPts val="0"/>
              </a:spcAft>
              <a:buClrTx/>
              <a:buSzTx/>
              <a:buFontTx/>
              <a:buNone/>
              <a:tabLst/>
              <a:defRPr/>
            </a:pPr>
            <a:endParaRPr kumimoji="0" lang="fr-FR" sz="1000" b="0" i="0" u="none" strike="noStrike" kern="1200" cap="none" spc="0" normalizeH="0" baseline="0" noProof="0" dirty="0">
              <a:ln>
                <a:noFill/>
              </a:ln>
              <a:solidFill>
                <a:srgbClr val="FFFFFF"/>
              </a:solidFill>
              <a:effectLst/>
              <a:uLnTx/>
              <a:uFillTx/>
              <a:latin typeface="Ubuntu"/>
              <a:ea typeface="Verdana"/>
              <a:cs typeface="+mn-cs"/>
            </a:endParaRPr>
          </a:p>
          <a:p>
            <a:pPr marL="0" marR="0" lvl="0" indent="0" algn="l" defTabSz="914400" rtl="0" eaLnBrk="1" fontAlgn="auto" latinLnBrk="0" hangingPunct="1">
              <a:lnSpc>
                <a:spcPct val="100000"/>
              </a:lnSpc>
              <a:spcBef>
                <a:spcPts val="300"/>
              </a:spcBef>
              <a:spcAft>
                <a:spcPts val="0"/>
              </a:spcAft>
              <a:buClr>
                <a:srgbClr val="0070AD"/>
              </a:buClr>
              <a:buSzTx/>
              <a:buFontTx/>
              <a:buNone/>
              <a:tabLst/>
              <a:defRPr/>
            </a:pPr>
            <a:r>
              <a:rPr kumimoji="0" lang="fr-FR" sz="1400" b="1" i="0" u="none" strike="noStrike" kern="1200" cap="none" spc="0" normalizeH="0" baseline="0" noProof="0" dirty="0">
                <a:ln>
                  <a:noFill/>
                </a:ln>
                <a:solidFill>
                  <a:srgbClr val="00B0F0"/>
                </a:solidFill>
                <a:effectLst/>
                <a:uLnTx/>
                <a:uFillTx/>
                <a:latin typeface="Ubuntu"/>
                <a:ea typeface="+mn-ea"/>
                <a:cs typeface="+mn-cs"/>
              </a:rPr>
              <a:t>   Démarche/Solution</a:t>
            </a:r>
            <a:br>
              <a:rPr kumimoji="0" lang="fr-FR" sz="1400" b="1" i="0" u="none" strike="noStrike" kern="1200" cap="none" spc="0" normalizeH="0" baseline="0" noProof="0" dirty="0">
                <a:ln>
                  <a:noFill/>
                </a:ln>
                <a:solidFill>
                  <a:srgbClr val="00B0F0"/>
                </a:solidFill>
                <a:effectLst/>
                <a:uLnTx/>
                <a:uFillTx/>
                <a:latin typeface="Ubuntu"/>
                <a:ea typeface="+mn-ea"/>
                <a:cs typeface="+mn-cs"/>
              </a:rPr>
            </a:br>
            <a:r>
              <a:rPr kumimoji="0" lang="fr-FR" sz="1000" b="0" i="0" u="none" strike="noStrike" kern="1200" cap="none" spc="0" normalizeH="0" baseline="0" noProof="0" dirty="0">
                <a:ln>
                  <a:noFill/>
                </a:ln>
                <a:solidFill>
                  <a:srgbClr val="FFFFFF"/>
                </a:solidFill>
                <a:effectLst/>
                <a:uLnTx/>
                <a:uFillTx/>
                <a:latin typeface="Ubuntu"/>
                <a:ea typeface="+mn-ea"/>
                <a:cs typeface="+mn-cs"/>
              </a:rPr>
              <a:t>Éliminer les silos de données en établissant une source unique de vérité pour VGF et les marques.</a:t>
            </a:r>
          </a:p>
          <a:p>
            <a:pPr marL="0" marR="0" lvl="0" indent="0" algn="l" defTabSz="914400" rtl="0" eaLnBrk="1" fontAlgn="auto" latinLnBrk="0" hangingPunct="1">
              <a:lnSpc>
                <a:spcPct val="100000"/>
              </a:lnSpc>
              <a:spcBef>
                <a:spcPts val="300"/>
              </a:spcBef>
              <a:spcAft>
                <a:spcPts val="0"/>
              </a:spcAft>
              <a:buClr>
                <a:srgbClr val="0070AD"/>
              </a:buClr>
              <a:buSzTx/>
              <a:buFontTx/>
              <a:buNone/>
              <a:tabLst/>
              <a:defRPr/>
            </a:pPr>
            <a:r>
              <a:rPr kumimoji="0" lang="fr-FR" sz="1000" b="0" i="0" u="none" strike="noStrike" kern="1200" cap="none" spc="0" normalizeH="0" baseline="0" noProof="0" dirty="0">
                <a:ln>
                  <a:noFill/>
                </a:ln>
                <a:solidFill>
                  <a:srgbClr val="FFFFFF"/>
                </a:solidFill>
                <a:effectLst/>
                <a:uLnTx/>
                <a:uFillTx/>
                <a:latin typeface="Ubuntu"/>
                <a:ea typeface="+mn-ea"/>
                <a:cs typeface="+mn-cs"/>
              </a:rPr>
              <a:t>Définir un cadre de gouvernance des données standardisé et clair.</a:t>
            </a:r>
          </a:p>
          <a:p>
            <a:pPr marL="0" marR="0" lvl="0" indent="0" algn="l" defTabSz="914400" rtl="0" eaLnBrk="1" fontAlgn="auto" latinLnBrk="0" hangingPunct="1">
              <a:lnSpc>
                <a:spcPct val="100000"/>
              </a:lnSpc>
              <a:spcBef>
                <a:spcPts val="300"/>
              </a:spcBef>
              <a:spcAft>
                <a:spcPts val="0"/>
              </a:spcAft>
              <a:buClr>
                <a:srgbClr val="0070AD"/>
              </a:buClr>
              <a:buSzTx/>
              <a:buFontTx/>
              <a:buNone/>
              <a:tabLst/>
              <a:defRPr/>
            </a:pPr>
            <a:r>
              <a:rPr kumimoji="0" lang="fr-FR" sz="1000" b="0" i="0" u="none" strike="noStrike" kern="1200" cap="none" spc="0" normalizeH="0" baseline="0" noProof="0" dirty="0">
                <a:ln>
                  <a:noFill/>
                </a:ln>
                <a:solidFill>
                  <a:srgbClr val="FFFFFF"/>
                </a:solidFill>
                <a:effectLst/>
                <a:uLnTx/>
                <a:uFillTx/>
                <a:latin typeface="Ubuntu"/>
                <a:ea typeface="+mn-ea"/>
                <a:cs typeface="+mn-cs"/>
              </a:rPr>
              <a:t>Accompagnement au changement au travers de parcours de formation, stratégie de mobilisation et de communication.</a:t>
            </a:r>
          </a:p>
          <a:p>
            <a:pPr marL="0" marR="0" lvl="0" indent="0" algn="l" defTabSz="914400" rtl="0" eaLnBrk="1" fontAlgn="auto" latinLnBrk="0" hangingPunct="1">
              <a:lnSpc>
                <a:spcPct val="100000"/>
              </a:lnSpc>
              <a:spcBef>
                <a:spcPts val="300"/>
              </a:spcBef>
              <a:spcAft>
                <a:spcPts val="0"/>
              </a:spcAft>
              <a:buClr>
                <a:srgbClr val="0070AD"/>
              </a:buClr>
              <a:buSzTx/>
              <a:buFontTx/>
              <a:buNone/>
              <a:tabLst/>
              <a:defRPr/>
            </a:pPr>
            <a:r>
              <a:rPr kumimoji="0" lang="fr-FR" sz="1000" b="0" i="0" u="none" strike="noStrike" kern="1200" cap="none" spc="0" normalizeH="0" baseline="0" noProof="0" dirty="0">
                <a:ln>
                  <a:noFill/>
                </a:ln>
                <a:solidFill>
                  <a:srgbClr val="FFFFFF"/>
                </a:solidFill>
                <a:effectLst/>
                <a:uLnTx/>
                <a:uFillTx/>
                <a:latin typeface="Ubuntu"/>
                <a:ea typeface="+mn-ea"/>
                <a:cs typeface="+mn-cs"/>
              </a:rPr>
              <a:t>Accélérer l'accès aux données pour améliorer l'efficacité opérationnelle</a:t>
            </a:r>
            <a:endParaRPr kumimoji="0" lang="fr-FR" sz="1400" b="1" i="0" u="none" strike="noStrike" kern="1200" cap="none" spc="0" normalizeH="0" baseline="0" noProof="0" dirty="0">
              <a:ln>
                <a:noFill/>
              </a:ln>
              <a:solidFill>
                <a:srgbClr val="00B0F0"/>
              </a:solidFill>
              <a:effectLst/>
              <a:uLnTx/>
              <a:uFillTx/>
              <a:latin typeface="Ubuntu"/>
              <a:ea typeface="+mn-ea"/>
              <a:cs typeface="+mn-cs"/>
            </a:endParaRPr>
          </a:p>
        </p:txBody>
      </p:sp>
      <p:sp>
        <p:nvSpPr>
          <p:cNvPr id="64" name="Rectangle 63">
            <a:extLst>
              <a:ext uri="{FF2B5EF4-FFF2-40B4-BE49-F238E27FC236}">
                <a16:creationId xmlns:a16="http://schemas.microsoft.com/office/drawing/2014/main" id="{B268FAA2-72F2-9341-8B99-D1CAF12CA505}"/>
              </a:ext>
            </a:extLst>
          </p:cNvPr>
          <p:cNvSpPr/>
          <p:nvPr/>
        </p:nvSpPr>
        <p:spPr>
          <a:xfrm>
            <a:off x="3972622" y="136847"/>
            <a:ext cx="7475804" cy="7470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FFFFFF"/>
                </a:solidFill>
                <a:effectLst/>
                <a:uLnTx/>
                <a:uFillTx/>
                <a:latin typeface="Ubuntu Medium"/>
                <a:ea typeface="+mn-ea"/>
                <a:cs typeface="+mn-cs"/>
              </a:rPr>
              <a:t>Volkswagen Group France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Mise en place d’une plateforme data dédiée aux équipes business</a:t>
            </a:r>
            <a:endParaRPr kumimoji="0" lang="fr-FR" sz="1800" b="0" i="0" u="none" strike="noStrike" kern="1200" cap="none" spc="0" normalizeH="0" baseline="0" noProof="0">
              <a:ln>
                <a:noFill/>
              </a:ln>
              <a:solidFill>
                <a:srgbClr val="FFFFFF"/>
              </a:solidFill>
              <a:effectLst/>
              <a:uLnTx/>
              <a:uFillTx/>
              <a:latin typeface="Ubuntu Medium"/>
              <a:ea typeface="+mn-ea"/>
              <a:cs typeface="+mn-cs"/>
            </a:endParaRPr>
          </a:p>
        </p:txBody>
      </p:sp>
      <p:sp>
        <p:nvSpPr>
          <p:cNvPr id="2" name="Rectangle : coins arrondis 1">
            <a:extLst>
              <a:ext uri="{FF2B5EF4-FFF2-40B4-BE49-F238E27FC236}">
                <a16:creationId xmlns:a16="http://schemas.microsoft.com/office/drawing/2014/main" id="{39C8FB47-2748-41BA-9090-545CB2E2FD04}"/>
              </a:ext>
            </a:extLst>
          </p:cNvPr>
          <p:cNvSpPr/>
          <p:nvPr/>
        </p:nvSpPr>
        <p:spPr>
          <a:xfrm>
            <a:off x="3631664" y="5360352"/>
            <a:ext cx="6353452" cy="1073473"/>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8" name="Rectangle 17">
            <a:extLst>
              <a:ext uri="{FF2B5EF4-FFF2-40B4-BE49-F238E27FC236}">
                <a16:creationId xmlns:a16="http://schemas.microsoft.com/office/drawing/2014/main" id="{4D730810-B932-48B3-AB5D-7BC4E3530402}"/>
              </a:ext>
            </a:extLst>
          </p:cNvPr>
          <p:cNvSpPr/>
          <p:nvPr/>
        </p:nvSpPr>
        <p:spPr>
          <a:xfrm>
            <a:off x="3700521" y="5360353"/>
            <a:ext cx="6210468" cy="10734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85725" algn="l"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0B0F0"/>
                </a:solidFill>
                <a:effectLst/>
                <a:uLnTx/>
                <a:uFillTx/>
                <a:latin typeface="Ubuntu"/>
                <a:ea typeface="+mn-lt"/>
                <a:cs typeface="+mn-lt"/>
              </a:rPr>
              <a:t>Environnement technique</a:t>
            </a:r>
          </a:p>
          <a:p>
            <a:pPr marL="171450" marR="0" lvl="0" indent="-171450" algn="l" defTabSz="914400" rtl="0" eaLnBrk="1" fontAlgn="auto" latinLnBrk="0" hangingPunct="1">
              <a:lnSpc>
                <a:spcPct val="120000"/>
              </a:lnSpc>
              <a:spcBef>
                <a:spcPts val="200"/>
              </a:spcBef>
              <a:spcAft>
                <a:spcPts val="0"/>
              </a:spcAft>
              <a:buClr>
                <a:srgbClr val="FFFFFF"/>
              </a:buClr>
              <a:buSzTx/>
              <a:buFont typeface="Wingdings,Sans-Serif"/>
              <a:buChar char="§"/>
              <a:tabLst/>
              <a:defRPr/>
            </a:pPr>
            <a:r>
              <a:rPr kumimoji="0" lang="fr-FR" sz="1000" b="1" i="0" u="none" strike="noStrike" kern="1200" cap="none" spc="0" normalizeH="0" baseline="0" noProof="0">
                <a:ln>
                  <a:noFill/>
                </a:ln>
                <a:solidFill>
                  <a:srgbClr val="FFFFFF"/>
                </a:solidFill>
                <a:effectLst/>
                <a:uLnTx/>
                <a:uFillTx/>
                <a:latin typeface="Ubuntu"/>
                <a:ea typeface="Verdana"/>
                <a:cs typeface="+mn-lt"/>
              </a:rPr>
              <a:t>Bases de données </a:t>
            </a:r>
            <a:r>
              <a:rPr kumimoji="0" lang="fr-FR" sz="1000" b="0" i="0" u="none" strike="noStrike" kern="1200" cap="none" spc="0" normalizeH="0" baseline="0" noProof="0">
                <a:ln>
                  <a:noFill/>
                </a:ln>
                <a:solidFill>
                  <a:srgbClr val="FFFFFF"/>
                </a:solidFill>
                <a:effectLst/>
                <a:uLnTx/>
                <a:uFillTx/>
                <a:latin typeface="Ubuntu"/>
                <a:ea typeface="Verdana"/>
                <a:cs typeface="+mn-lt"/>
              </a:rPr>
              <a:t>: </a:t>
            </a:r>
            <a:r>
              <a:rPr kumimoji="0" lang="fr-FR" sz="1000" b="0" i="0" u="none" strike="noStrike" kern="1200" cap="none" spc="0" normalizeH="0" baseline="0" noProof="0" err="1">
                <a:ln>
                  <a:noFill/>
                </a:ln>
                <a:solidFill>
                  <a:srgbClr val="FFFFFF"/>
                </a:solidFill>
                <a:effectLst/>
                <a:uLnTx/>
                <a:uFillTx/>
                <a:latin typeface="Ubuntu"/>
                <a:ea typeface="Verdana"/>
                <a:cs typeface="+mn-lt"/>
              </a:rPr>
              <a:t>Snowflake</a:t>
            </a:r>
            <a:r>
              <a:rPr kumimoji="0" lang="fr-FR" sz="1000" b="0" i="0" u="none" strike="noStrike" kern="1200" cap="none" spc="0" normalizeH="0" baseline="0" noProof="0">
                <a:ln>
                  <a:noFill/>
                </a:ln>
                <a:solidFill>
                  <a:srgbClr val="FFFFFF"/>
                </a:solidFill>
                <a:effectLst/>
                <a:uLnTx/>
                <a:uFillTx/>
                <a:latin typeface="Ubuntu"/>
                <a:ea typeface="Verdana"/>
                <a:cs typeface="+mn-lt"/>
              </a:rPr>
              <a:t>, AWS</a:t>
            </a:r>
          </a:p>
          <a:p>
            <a:pPr marL="171450" marR="0" lvl="0" indent="-171450" algn="l" defTabSz="914400" rtl="0" eaLnBrk="1" fontAlgn="auto" latinLnBrk="0" hangingPunct="1">
              <a:lnSpc>
                <a:spcPct val="120000"/>
              </a:lnSpc>
              <a:spcBef>
                <a:spcPts val="200"/>
              </a:spcBef>
              <a:spcAft>
                <a:spcPts val="0"/>
              </a:spcAft>
              <a:buClr>
                <a:srgbClr val="FFFFFF"/>
              </a:buClr>
              <a:buSzTx/>
              <a:buFont typeface="Wingdings,Sans-Serif"/>
              <a:buChar char="§"/>
              <a:tabLst/>
              <a:defRPr/>
            </a:pPr>
            <a:r>
              <a:rPr kumimoji="0" lang="fr-FR" sz="1000" b="1" i="0" u="none" strike="noStrike" kern="1200" cap="none" spc="0" normalizeH="0" baseline="0" noProof="0">
                <a:ln>
                  <a:noFill/>
                </a:ln>
                <a:solidFill>
                  <a:srgbClr val="FFFFFF"/>
                </a:solidFill>
                <a:effectLst/>
                <a:uLnTx/>
                <a:uFillTx/>
                <a:latin typeface="Ubuntu"/>
                <a:ea typeface="Verdana"/>
                <a:cs typeface="+mn-lt"/>
              </a:rPr>
              <a:t>Gouvernance</a:t>
            </a:r>
            <a:r>
              <a:rPr kumimoji="0" lang="fr-FR" sz="1000" b="0" i="0" u="none" strike="noStrike" kern="1200" cap="none" spc="0" normalizeH="0" baseline="0" noProof="0">
                <a:ln>
                  <a:noFill/>
                </a:ln>
                <a:solidFill>
                  <a:srgbClr val="FFFFFF"/>
                </a:solidFill>
                <a:effectLst/>
                <a:uLnTx/>
                <a:uFillTx/>
                <a:latin typeface="Ubuntu"/>
                <a:ea typeface="Verdana"/>
                <a:cs typeface="+mn-lt"/>
              </a:rPr>
              <a:t>: </a:t>
            </a:r>
            <a:r>
              <a:rPr kumimoji="0" lang="fr-FR" sz="1000" b="0" i="0" u="none" strike="noStrike" kern="1200" cap="none" spc="0" normalizeH="0" baseline="0" noProof="0" err="1">
                <a:ln>
                  <a:noFill/>
                </a:ln>
                <a:solidFill>
                  <a:srgbClr val="FFFFFF"/>
                </a:solidFill>
                <a:effectLst/>
                <a:uLnTx/>
                <a:uFillTx/>
                <a:latin typeface="Ubuntu"/>
                <a:ea typeface="Verdana"/>
                <a:cs typeface="+mn-lt"/>
              </a:rPr>
              <a:t>Collibra</a:t>
            </a:r>
            <a:endParaRPr kumimoji="0" lang="fr-FR" sz="1000" b="0" i="0" u="none" strike="noStrike" kern="1200" cap="none" spc="0" normalizeH="0" baseline="0" noProof="0">
              <a:ln>
                <a:noFill/>
              </a:ln>
              <a:solidFill>
                <a:srgbClr val="FFFFFF"/>
              </a:solidFill>
              <a:effectLst/>
              <a:uLnTx/>
              <a:uFillTx/>
              <a:latin typeface="Ubuntu"/>
              <a:ea typeface="Verdana"/>
              <a:cs typeface="+mn-lt"/>
            </a:endParaRPr>
          </a:p>
          <a:p>
            <a:pPr marL="171450" marR="0" lvl="0" indent="-171450" algn="l" defTabSz="914400" rtl="0" eaLnBrk="1" fontAlgn="auto" latinLnBrk="0" hangingPunct="1">
              <a:lnSpc>
                <a:spcPct val="120000"/>
              </a:lnSpc>
              <a:spcBef>
                <a:spcPts val="200"/>
              </a:spcBef>
              <a:spcAft>
                <a:spcPts val="0"/>
              </a:spcAft>
              <a:buClr>
                <a:srgbClr val="FFFFFF"/>
              </a:buClr>
              <a:buSzTx/>
              <a:buFont typeface="Wingdings,Sans-Serif"/>
              <a:buChar char="§"/>
              <a:tabLst/>
              <a:defRPr/>
            </a:pPr>
            <a:r>
              <a:rPr kumimoji="0" lang="fr-FR" sz="1000" b="1" i="0" u="none" strike="noStrike" kern="1200" cap="none" spc="0" normalizeH="0" baseline="0" noProof="0" err="1">
                <a:ln>
                  <a:noFill/>
                </a:ln>
                <a:solidFill>
                  <a:srgbClr val="FFFFFF"/>
                </a:solidFill>
                <a:effectLst/>
                <a:uLnTx/>
                <a:uFillTx/>
                <a:latin typeface="Ubuntu"/>
                <a:ea typeface="Verdana"/>
                <a:cs typeface="+mn-lt"/>
              </a:rPr>
              <a:t>Reporting</a:t>
            </a:r>
            <a:r>
              <a:rPr kumimoji="0" lang="fr-FR" sz="1000" b="0" i="0" u="none" strike="noStrike" kern="1200" cap="none" spc="0" normalizeH="0" baseline="0" noProof="0">
                <a:ln>
                  <a:noFill/>
                </a:ln>
                <a:solidFill>
                  <a:srgbClr val="FFFFFF"/>
                </a:solidFill>
                <a:effectLst/>
                <a:uLnTx/>
                <a:uFillTx/>
                <a:latin typeface="Ubuntu"/>
                <a:ea typeface="Verdana"/>
                <a:cs typeface="+mn-lt"/>
              </a:rPr>
              <a:t>:  Tableau, </a:t>
            </a:r>
            <a:r>
              <a:rPr kumimoji="0" lang="fr-FR" sz="1000" b="0" i="0" u="none" strike="noStrike" kern="1200" cap="none" spc="0" normalizeH="0" baseline="0" noProof="0" err="1">
                <a:ln>
                  <a:noFill/>
                </a:ln>
                <a:solidFill>
                  <a:srgbClr val="FFFFFF"/>
                </a:solidFill>
                <a:effectLst/>
                <a:uLnTx/>
                <a:uFillTx/>
                <a:latin typeface="Ubuntu"/>
                <a:ea typeface="Verdana"/>
                <a:cs typeface="+mn-lt"/>
              </a:rPr>
              <a:t>PowerBI</a:t>
            </a:r>
            <a:endParaRPr kumimoji="0" lang="fr-FR" sz="1000" b="0" i="0" u="none" strike="noStrike" kern="1200" cap="none" spc="0" normalizeH="0" baseline="0" noProof="0">
              <a:ln>
                <a:noFill/>
              </a:ln>
              <a:solidFill>
                <a:srgbClr val="FFFFFF"/>
              </a:solidFill>
              <a:effectLst/>
              <a:uLnTx/>
              <a:uFillTx/>
              <a:latin typeface="Ubuntu"/>
              <a:ea typeface="Verdana"/>
              <a:cs typeface="+mn-lt"/>
            </a:endParaRPr>
          </a:p>
        </p:txBody>
      </p:sp>
      <p:pic>
        <p:nvPicPr>
          <p:cNvPr id="1028" name="Picture 4">
            <a:extLst>
              <a:ext uri="{FF2B5EF4-FFF2-40B4-BE49-F238E27FC236}">
                <a16:creationId xmlns:a16="http://schemas.microsoft.com/office/drawing/2014/main" id="{421B6457-9C07-05B4-B045-EA5C7472F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5127" y="5546377"/>
            <a:ext cx="1923575" cy="45985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Collibra - ValueTank">
            <a:extLst>
              <a:ext uri="{FF2B5EF4-FFF2-40B4-BE49-F238E27FC236}">
                <a16:creationId xmlns:a16="http://schemas.microsoft.com/office/drawing/2014/main" id="{E8A43850-05EF-9CCB-55F4-86D2C60A5F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0032" y="5792402"/>
            <a:ext cx="1443740" cy="577150"/>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Shape 39">
            <a:extLst>
              <a:ext uri="{FF2B5EF4-FFF2-40B4-BE49-F238E27FC236}">
                <a16:creationId xmlns:a16="http://schemas.microsoft.com/office/drawing/2014/main" id="{B9946F37-014B-01BA-D5DA-50BD5EE39597}"/>
              </a:ext>
            </a:extLst>
          </p:cNvPr>
          <p:cNvSpPr/>
          <p:nvPr/>
        </p:nvSpPr>
        <p:spPr>
          <a:xfrm>
            <a:off x="-240704" y="331382"/>
            <a:ext cx="2369542" cy="701336"/>
          </a:xfrm>
          <a:custGeom>
            <a:avLst/>
            <a:gdLst>
              <a:gd name="connsiteX0" fmla="*/ 0 w 1848682"/>
              <a:gd name="connsiteY0" fmla="*/ 0 h 701336"/>
              <a:gd name="connsiteX1" fmla="*/ 1498014 w 1848682"/>
              <a:gd name="connsiteY1" fmla="*/ 0 h 701336"/>
              <a:gd name="connsiteX2" fmla="*/ 1848682 w 1848682"/>
              <a:gd name="connsiteY2" fmla="*/ 350668 h 701336"/>
              <a:gd name="connsiteX3" fmla="*/ 1498014 w 1848682"/>
              <a:gd name="connsiteY3" fmla="*/ 701336 h 701336"/>
              <a:gd name="connsiteX4" fmla="*/ 0 w 1848682"/>
              <a:gd name="connsiteY4" fmla="*/ 701336 h 701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8682" h="701336">
                <a:moveTo>
                  <a:pt x="0" y="0"/>
                </a:moveTo>
                <a:lnTo>
                  <a:pt x="1498014" y="0"/>
                </a:lnTo>
                <a:cubicBezTo>
                  <a:pt x="1691683" y="0"/>
                  <a:pt x="1848682" y="156999"/>
                  <a:pt x="1848682" y="350668"/>
                </a:cubicBezTo>
                <a:cubicBezTo>
                  <a:pt x="1848682" y="544337"/>
                  <a:pt x="1691683" y="701336"/>
                  <a:pt x="1498014" y="701336"/>
                </a:cubicBezTo>
                <a:lnTo>
                  <a:pt x="0" y="701336"/>
                </a:lnTo>
                <a:close/>
              </a:path>
            </a:pathLst>
          </a:cu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0000"/>
              </a:solidFill>
              <a:effectLst/>
              <a:uLnTx/>
              <a:uFillTx/>
              <a:latin typeface="Ubuntu Light"/>
              <a:ea typeface="+mn-ea"/>
              <a:cs typeface="+mn-cs"/>
            </a:endParaRPr>
          </a:p>
        </p:txBody>
      </p:sp>
      <p:pic>
        <p:nvPicPr>
          <p:cNvPr id="6" name="Picture 2">
            <a:extLst>
              <a:ext uri="{FF2B5EF4-FFF2-40B4-BE49-F238E27FC236}">
                <a16:creationId xmlns:a16="http://schemas.microsoft.com/office/drawing/2014/main" id="{E000DC34-A3DD-F01C-164C-8C4C7AD4DF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508" y="457199"/>
            <a:ext cx="449701" cy="44970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51C18BC8-0528-AF10-169D-45A664C62A05}"/>
              </a:ext>
            </a:extLst>
          </p:cNvPr>
          <p:cNvSpPr/>
          <p:nvPr/>
        </p:nvSpPr>
        <p:spPr>
          <a:xfrm>
            <a:off x="10411636" y="3910297"/>
            <a:ext cx="1427380" cy="938070"/>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7" name="Rectangle 16">
            <a:extLst>
              <a:ext uri="{FF2B5EF4-FFF2-40B4-BE49-F238E27FC236}">
                <a16:creationId xmlns:a16="http://schemas.microsoft.com/office/drawing/2014/main" id="{E447ED1B-C7F3-2DFD-CFC9-68DF53D77962}"/>
              </a:ext>
            </a:extLst>
          </p:cNvPr>
          <p:cNvSpPr/>
          <p:nvPr/>
        </p:nvSpPr>
        <p:spPr>
          <a:xfrm>
            <a:off x="10400307" y="3882899"/>
            <a:ext cx="1427379" cy="938070"/>
          </a:xfrm>
          <a:prstGeom prst="rect">
            <a:avLst/>
          </a:prstGeom>
        </p:spPr>
        <p:txBody>
          <a:bodyPr lIns="0" tIns="0" rIns="0" bIns="0" anchor="t"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Ubuntu"/>
              <a:ea typeface="+mn-ea"/>
              <a:cs typeface="+mn-cs"/>
            </a:endParaRPr>
          </a:p>
        </p:txBody>
      </p:sp>
      <p:sp>
        <p:nvSpPr>
          <p:cNvPr id="19" name="Rectangle 18">
            <a:extLst>
              <a:ext uri="{FF2B5EF4-FFF2-40B4-BE49-F238E27FC236}">
                <a16:creationId xmlns:a16="http://schemas.microsoft.com/office/drawing/2014/main" id="{E895F7DC-BE5D-3BA9-4AC3-466220CCB950}"/>
              </a:ext>
            </a:extLst>
          </p:cNvPr>
          <p:cNvSpPr/>
          <p:nvPr/>
        </p:nvSpPr>
        <p:spPr>
          <a:xfrm>
            <a:off x="10645376" y="1447782"/>
            <a:ext cx="1152837" cy="792038"/>
          </a:xfrm>
          <a:prstGeom prst="rect">
            <a:avLst/>
          </a:prstGeom>
        </p:spPr>
        <p:txBody>
          <a:bodyPr lIns="0" tIns="0" rIns="0" bIns="0" anchor="ctr" anchorCtr="0">
            <a:noAutofit/>
          </a:bodyPr>
          <a:lstStyle/>
          <a:p>
            <a:pPr marL="0" marR="0" lvl="0" indent="0" algn="ctr" defTabSz="914400" rtl="0" eaLnBrk="1" fontAlgn="auto" latinLnBrk="0" hangingPunct="1">
              <a:lnSpc>
                <a:spcPct val="90000"/>
              </a:lnSpc>
              <a:spcBef>
                <a:spcPct val="0"/>
              </a:spcBef>
              <a:spcAft>
                <a:spcPts val="0"/>
              </a:spcAft>
              <a:buClrTx/>
              <a:buSzTx/>
              <a:buFontTx/>
              <a:buNone/>
              <a:tabLst/>
              <a:defRPr sz="1800" b="0" i="0" u="none" strike="noStrike" kern="0" cap="none" spc="0" baseline="0">
                <a:solidFill>
                  <a:srgbClr val="000000"/>
                </a:solidFill>
                <a:uFillTx/>
              </a:defRPr>
            </a:pPr>
            <a:r>
              <a:rPr kumimoji="0" lang="fr-FR" sz="1600" b="1" i="0" u="none" strike="noStrike" kern="0" cap="none" spc="0" normalizeH="0" baseline="0" noProof="0" dirty="0">
                <a:ln>
                  <a:noFill/>
                </a:ln>
                <a:solidFill>
                  <a:srgbClr val="00E0CB"/>
                </a:solidFill>
                <a:effectLst/>
                <a:uLnTx/>
                <a:uFillTx/>
                <a:latin typeface="Calibri" panose="020F0502020204030204" pitchFamily="34" charset="0"/>
                <a:ea typeface="Calibri" panose="020F0502020204030204" pitchFamily="34" charset="0"/>
                <a:cs typeface="+mn-cs"/>
              </a:rPr>
              <a:t>Domain </a:t>
            </a:r>
            <a:r>
              <a:rPr kumimoji="0" lang="fr-FR" sz="1600" b="1" i="0" u="none" strike="noStrike" kern="0" cap="none" spc="0" normalizeH="0" baseline="0" noProof="0" dirty="0" err="1">
                <a:ln>
                  <a:noFill/>
                </a:ln>
                <a:solidFill>
                  <a:srgbClr val="00E0CB"/>
                </a:solidFill>
                <a:effectLst/>
                <a:uLnTx/>
                <a:uFillTx/>
                <a:latin typeface="Calibri" panose="020F0502020204030204" pitchFamily="34" charset="0"/>
                <a:ea typeface="Calibri" panose="020F0502020204030204" pitchFamily="34" charset="0"/>
                <a:cs typeface="+mn-cs"/>
              </a:rPr>
              <a:t>Oriented</a:t>
            </a:r>
            <a:r>
              <a:rPr kumimoji="0" lang="fr-FR" sz="1600" b="1" i="0" u="none" strike="noStrike" kern="0" cap="none" spc="0" normalizeH="0" baseline="0" noProof="0" dirty="0">
                <a:ln>
                  <a:noFill/>
                </a:ln>
                <a:solidFill>
                  <a:srgbClr val="00E0CB"/>
                </a:solidFill>
                <a:effectLst/>
                <a:uLnTx/>
                <a:uFillTx/>
                <a:latin typeface="Calibri" panose="020F0502020204030204" pitchFamily="34" charset="0"/>
                <a:ea typeface="Calibri" panose="020F0502020204030204" pitchFamily="34" charset="0"/>
                <a:cs typeface="+mn-cs"/>
              </a:rPr>
              <a:t> </a:t>
            </a:r>
            <a:r>
              <a:rPr kumimoji="0" lang="fr-FR" sz="1200" b="0" i="0" u="none" strike="noStrike" kern="0" cap="none" spc="0" normalizeH="0" baseline="0" noProof="0" dirty="0" err="1">
                <a:ln>
                  <a:noFill/>
                </a:ln>
                <a:solidFill>
                  <a:srgbClr val="FFFFFF"/>
                </a:solidFill>
                <a:effectLst/>
                <a:uLnTx/>
                <a:uFillTx/>
                <a:latin typeface="Ubuntu" panose="020B0504030602030204" pitchFamily="34" charset="0"/>
                <a:ea typeface="Calibri" panose="020F0502020204030204" pitchFamily="34" charset="0"/>
                <a:cs typeface="+mn-cs"/>
              </a:rPr>
              <a:t>Decentralization</a:t>
            </a:r>
            <a:endParaRPr kumimoji="0" lang="fr-FR" sz="1200" b="0" i="0" u="none" strike="noStrike" kern="0" cap="none" spc="0" normalizeH="0" baseline="0" noProof="0" dirty="0">
              <a:ln>
                <a:noFill/>
              </a:ln>
              <a:solidFill>
                <a:srgbClr val="FFFFFF"/>
              </a:solidFill>
              <a:effectLst/>
              <a:uLnTx/>
              <a:uFillTx/>
              <a:latin typeface="Ubuntu" panose="020B0504030602030204" pitchFamily="34" charset="0"/>
              <a:ea typeface="Calibri" panose="020F0502020204030204" pitchFamily="34" charset="0"/>
              <a:cs typeface="+mn-cs"/>
            </a:endParaRPr>
          </a:p>
          <a:p>
            <a:pPr marL="0" marR="0" lvl="0" indent="0" algn="ctr" defTabSz="914400" rtl="0" eaLnBrk="1" fontAlgn="auto" latinLnBrk="0" hangingPunct="1">
              <a:lnSpc>
                <a:spcPct val="90000"/>
              </a:lnSpc>
              <a:spcBef>
                <a:spcPct val="0"/>
              </a:spcBef>
              <a:spcAft>
                <a:spcPts val="0"/>
              </a:spcAft>
              <a:buClrTx/>
              <a:buSzTx/>
              <a:buFontTx/>
              <a:buNone/>
              <a:tabLst/>
              <a:defRPr sz="1800" b="0" i="0" u="none" strike="noStrike" kern="0" cap="none" spc="0" baseline="0">
                <a:solidFill>
                  <a:srgbClr val="000000"/>
                </a:solidFill>
                <a:uFillTx/>
              </a:defRPr>
            </a:pPr>
            <a:endParaRPr kumimoji="0" lang="en-US" sz="1050" b="0" i="0" u="none" strike="noStrike" kern="0" cap="none" spc="67" normalizeH="0" baseline="0" noProof="0" dirty="0">
              <a:ln>
                <a:noFill/>
              </a:ln>
              <a:solidFill>
                <a:srgbClr val="FFFFFF"/>
              </a:solidFill>
              <a:effectLst/>
              <a:uLnTx/>
              <a:uFillTx/>
              <a:latin typeface="Ubuntu" panose="020B0504030602030204" pitchFamily="34" charset="0"/>
              <a:ea typeface="Calibri"/>
              <a:cs typeface="Times New Roman"/>
            </a:endParaRPr>
          </a:p>
          <a:p>
            <a:pPr marL="0" marR="0" lvl="0" indent="0" algn="ctr" defTabSz="914400" rtl="0" eaLnBrk="1" fontAlgn="auto" latinLnBrk="0" hangingPunct="1">
              <a:lnSpc>
                <a:spcPct val="90000"/>
              </a:lnSpc>
              <a:spcBef>
                <a:spcPct val="0"/>
              </a:spcBef>
              <a:spcAft>
                <a:spcPts val="0"/>
              </a:spcAft>
              <a:buClrTx/>
              <a:buSzTx/>
              <a:buFontTx/>
              <a:buNone/>
              <a:tabLst/>
              <a:defRPr sz="1800" b="0" i="0" u="none" strike="noStrike" kern="0" cap="none" spc="0" baseline="0">
                <a:solidFill>
                  <a:srgbClr val="000000"/>
                </a:solidFill>
                <a:uFillTx/>
              </a:defRPr>
            </a:pPr>
            <a:endParaRPr kumimoji="0" lang="en-IN" sz="1400" b="0" i="0" u="none" strike="noStrike" kern="0" cap="none" spc="0" normalizeH="0" baseline="0" noProof="0" dirty="0">
              <a:ln>
                <a:noFill/>
              </a:ln>
              <a:solidFill>
                <a:srgbClr val="FFFFFF"/>
              </a:solidFill>
              <a:effectLst/>
              <a:uLnTx/>
              <a:uFillTx/>
              <a:latin typeface="Ubuntu"/>
              <a:ea typeface="+mn-ea"/>
              <a:cs typeface="+mn-cs"/>
            </a:endParaRPr>
          </a:p>
        </p:txBody>
      </p:sp>
      <p:sp>
        <p:nvSpPr>
          <p:cNvPr id="20" name="Freeform: Shape 37">
            <a:extLst>
              <a:ext uri="{FF2B5EF4-FFF2-40B4-BE49-F238E27FC236}">
                <a16:creationId xmlns:a16="http://schemas.microsoft.com/office/drawing/2014/main" id="{51C00315-FE10-5778-14C0-AA2C383968A4}"/>
              </a:ext>
            </a:extLst>
          </p:cNvPr>
          <p:cNvSpPr/>
          <p:nvPr/>
        </p:nvSpPr>
        <p:spPr>
          <a:xfrm>
            <a:off x="10411636" y="906900"/>
            <a:ext cx="1620000" cy="1620000"/>
          </a:xfrm>
          <a:custGeom>
            <a:avLst/>
            <a:gdLst>
              <a:gd name="connsiteX0" fmla="*/ 808741 w 1617484"/>
              <a:gd name="connsiteY0" fmla="*/ 124404 h 1573676"/>
              <a:gd name="connsiteX1" fmla="*/ 127867 w 1617484"/>
              <a:gd name="connsiteY1" fmla="*/ 786838 h 1573676"/>
              <a:gd name="connsiteX2" fmla="*/ 808741 w 1617484"/>
              <a:gd name="connsiteY2" fmla="*/ 1449272 h 1573676"/>
              <a:gd name="connsiteX3" fmla="*/ 1489615 w 1617484"/>
              <a:gd name="connsiteY3" fmla="*/ 786838 h 1573676"/>
              <a:gd name="connsiteX4" fmla="*/ 808741 w 1617484"/>
              <a:gd name="connsiteY4" fmla="*/ 124404 h 1573676"/>
              <a:gd name="connsiteX5" fmla="*/ 808742 w 1617484"/>
              <a:gd name="connsiteY5" fmla="*/ 0 h 1573676"/>
              <a:gd name="connsiteX6" fmla="*/ 1617484 w 1617484"/>
              <a:gd name="connsiteY6" fmla="*/ 786838 h 1573676"/>
              <a:gd name="connsiteX7" fmla="*/ 808742 w 1617484"/>
              <a:gd name="connsiteY7" fmla="*/ 1573676 h 1573676"/>
              <a:gd name="connsiteX8" fmla="*/ 0 w 1617484"/>
              <a:gd name="connsiteY8" fmla="*/ 786838 h 1573676"/>
              <a:gd name="connsiteX9" fmla="*/ 808742 w 1617484"/>
              <a:gd name="connsiteY9" fmla="*/ 0 h 157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7484" h="1573676">
                <a:moveTo>
                  <a:pt x="808741" y="124404"/>
                </a:moveTo>
                <a:cubicBezTo>
                  <a:pt x="432705" y="124404"/>
                  <a:pt x="127867" y="420986"/>
                  <a:pt x="127867" y="786838"/>
                </a:cubicBezTo>
                <a:cubicBezTo>
                  <a:pt x="127867" y="1152690"/>
                  <a:pt x="432705" y="1449272"/>
                  <a:pt x="808741" y="1449272"/>
                </a:cubicBezTo>
                <a:cubicBezTo>
                  <a:pt x="1184777" y="1449272"/>
                  <a:pt x="1489615" y="1152690"/>
                  <a:pt x="1489615" y="786838"/>
                </a:cubicBezTo>
                <a:cubicBezTo>
                  <a:pt x="1489615" y="420986"/>
                  <a:pt x="1184777" y="124404"/>
                  <a:pt x="808741" y="124404"/>
                </a:cubicBezTo>
                <a:close/>
                <a:moveTo>
                  <a:pt x="808742" y="0"/>
                </a:moveTo>
                <a:cubicBezTo>
                  <a:pt x="1255398" y="0"/>
                  <a:pt x="1617484" y="352279"/>
                  <a:pt x="1617484" y="786838"/>
                </a:cubicBezTo>
                <a:cubicBezTo>
                  <a:pt x="1617484" y="1221397"/>
                  <a:pt x="1255398" y="1573676"/>
                  <a:pt x="808742" y="1573676"/>
                </a:cubicBezTo>
                <a:cubicBezTo>
                  <a:pt x="362086" y="1573676"/>
                  <a:pt x="0" y="1221397"/>
                  <a:pt x="0" y="786838"/>
                </a:cubicBezTo>
                <a:cubicBezTo>
                  <a:pt x="0" y="352279"/>
                  <a:pt x="362086" y="0"/>
                  <a:pt x="80874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21" name="Freeform: Shape 37">
            <a:extLst>
              <a:ext uri="{FF2B5EF4-FFF2-40B4-BE49-F238E27FC236}">
                <a16:creationId xmlns:a16="http://schemas.microsoft.com/office/drawing/2014/main" id="{DB79E7A6-F441-6298-FB26-799C01138AAC}"/>
              </a:ext>
            </a:extLst>
          </p:cNvPr>
          <p:cNvSpPr/>
          <p:nvPr/>
        </p:nvSpPr>
        <p:spPr>
          <a:xfrm>
            <a:off x="10411636" y="2624551"/>
            <a:ext cx="1620000" cy="1620000"/>
          </a:xfrm>
          <a:custGeom>
            <a:avLst/>
            <a:gdLst>
              <a:gd name="connsiteX0" fmla="*/ 808741 w 1617484"/>
              <a:gd name="connsiteY0" fmla="*/ 124404 h 1573676"/>
              <a:gd name="connsiteX1" fmla="*/ 127867 w 1617484"/>
              <a:gd name="connsiteY1" fmla="*/ 786838 h 1573676"/>
              <a:gd name="connsiteX2" fmla="*/ 808741 w 1617484"/>
              <a:gd name="connsiteY2" fmla="*/ 1449272 h 1573676"/>
              <a:gd name="connsiteX3" fmla="*/ 1489615 w 1617484"/>
              <a:gd name="connsiteY3" fmla="*/ 786838 h 1573676"/>
              <a:gd name="connsiteX4" fmla="*/ 808741 w 1617484"/>
              <a:gd name="connsiteY4" fmla="*/ 124404 h 1573676"/>
              <a:gd name="connsiteX5" fmla="*/ 808742 w 1617484"/>
              <a:gd name="connsiteY5" fmla="*/ 0 h 1573676"/>
              <a:gd name="connsiteX6" fmla="*/ 1617484 w 1617484"/>
              <a:gd name="connsiteY6" fmla="*/ 786838 h 1573676"/>
              <a:gd name="connsiteX7" fmla="*/ 808742 w 1617484"/>
              <a:gd name="connsiteY7" fmla="*/ 1573676 h 1573676"/>
              <a:gd name="connsiteX8" fmla="*/ 0 w 1617484"/>
              <a:gd name="connsiteY8" fmla="*/ 786838 h 1573676"/>
              <a:gd name="connsiteX9" fmla="*/ 808742 w 1617484"/>
              <a:gd name="connsiteY9" fmla="*/ 0 h 157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7484" h="1573676">
                <a:moveTo>
                  <a:pt x="808741" y="124404"/>
                </a:moveTo>
                <a:cubicBezTo>
                  <a:pt x="432705" y="124404"/>
                  <a:pt x="127867" y="420986"/>
                  <a:pt x="127867" y="786838"/>
                </a:cubicBezTo>
                <a:cubicBezTo>
                  <a:pt x="127867" y="1152690"/>
                  <a:pt x="432705" y="1449272"/>
                  <a:pt x="808741" y="1449272"/>
                </a:cubicBezTo>
                <a:cubicBezTo>
                  <a:pt x="1184777" y="1449272"/>
                  <a:pt x="1489615" y="1152690"/>
                  <a:pt x="1489615" y="786838"/>
                </a:cubicBezTo>
                <a:cubicBezTo>
                  <a:pt x="1489615" y="420986"/>
                  <a:pt x="1184777" y="124404"/>
                  <a:pt x="808741" y="124404"/>
                </a:cubicBezTo>
                <a:close/>
                <a:moveTo>
                  <a:pt x="808742" y="0"/>
                </a:moveTo>
                <a:cubicBezTo>
                  <a:pt x="1255398" y="0"/>
                  <a:pt x="1617484" y="352279"/>
                  <a:pt x="1617484" y="786838"/>
                </a:cubicBezTo>
                <a:cubicBezTo>
                  <a:pt x="1617484" y="1221397"/>
                  <a:pt x="1255398" y="1573676"/>
                  <a:pt x="808742" y="1573676"/>
                </a:cubicBezTo>
                <a:cubicBezTo>
                  <a:pt x="362086" y="1573676"/>
                  <a:pt x="0" y="1221397"/>
                  <a:pt x="0" y="786838"/>
                </a:cubicBezTo>
                <a:cubicBezTo>
                  <a:pt x="0" y="352279"/>
                  <a:pt x="362086" y="0"/>
                  <a:pt x="80874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22" name="Rectangle 21">
            <a:extLst>
              <a:ext uri="{FF2B5EF4-FFF2-40B4-BE49-F238E27FC236}">
                <a16:creationId xmlns:a16="http://schemas.microsoft.com/office/drawing/2014/main" id="{243C6E0D-E128-35F5-24F7-8693FBC71903}"/>
              </a:ext>
            </a:extLst>
          </p:cNvPr>
          <p:cNvSpPr/>
          <p:nvPr/>
        </p:nvSpPr>
        <p:spPr>
          <a:xfrm>
            <a:off x="10414078" y="5360353"/>
            <a:ext cx="1427380" cy="938070"/>
          </a:xfrm>
          <a:prstGeom prst="rect">
            <a:avLst/>
          </a:prstGeom>
        </p:spPr>
        <p:txBody>
          <a:bodyPr lIns="0" tIns="0" rIns="0" bIns="0" anchor="t" anchorCtr="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23" name="Rectangle 22">
            <a:extLst>
              <a:ext uri="{FF2B5EF4-FFF2-40B4-BE49-F238E27FC236}">
                <a16:creationId xmlns:a16="http://schemas.microsoft.com/office/drawing/2014/main" id="{814A057F-4479-CF66-0F3C-E4C9E0731D08}"/>
              </a:ext>
            </a:extLst>
          </p:cNvPr>
          <p:cNvSpPr/>
          <p:nvPr/>
        </p:nvSpPr>
        <p:spPr>
          <a:xfrm>
            <a:off x="10402749" y="5332955"/>
            <a:ext cx="1427379" cy="938070"/>
          </a:xfrm>
          <a:prstGeom prst="rect">
            <a:avLst/>
          </a:prstGeom>
        </p:spPr>
        <p:txBody>
          <a:bodyPr lIns="0" tIns="0" rIns="0" bIns="0" anchor="t" anchorCtr="0">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Ubuntu"/>
              <a:ea typeface="+mn-ea"/>
              <a:cs typeface="+mn-cs"/>
            </a:endParaRPr>
          </a:p>
        </p:txBody>
      </p:sp>
      <p:sp>
        <p:nvSpPr>
          <p:cNvPr id="24" name="Freeform: Shape 37">
            <a:extLst>
              <a:ext uri="{FF2B5EF4-FFF2-40B4-BE49-F238E27FC236}">
                <a16:creationId xmlns:a16="http://schemas.microsoft.com/office/drawing/2014/main" id="{A143D159-EB3A-F3E7-60E4-AAA6D52AAADD}"/>
              </a:ext>
            </a:extLst>
          </p:cNvPr>
          <p:cNvSpPr/>
          <p:nvPr/>
        </p:nvSpPr>
        <p:spPr>
          <a:xfrm>
            <a:off x="10423697" y="4342202"/>
            <a:ext cx="1620000" cy="1620000"/>
          </a:xfrm>
          <a:custGeom>
            <a:avLst/>
            <a:gdLst>
              <a:gd name="connsiteX0" fmla="*/ 808741 w 1617484"/>
              <a:gd name="connsiteY0" fmla="*/ 124404 h 1573676"/>
              <a:gd name="connsiteX1" fmla="*/ 127867 w 1617484"/>
              <a:gd name="connsiteY1" fmla="*/ 786838 h 1573676"/>
              <a:gd name="connsiteX2" fmla="*/ 808741 w 1617484"/>
              <a:gd name="connsiteY2" fmla="*/ 1449272 h 1573676"/>
              <a:gd name="connsiteX3" fmla="*/ 1489615 w 1617484"/>
              <a:gd name="connsiteY3" fmla="*/ 786838 h 1573676"/>
              <a:gd name="connsiteX4" fmla="*/ 808741 w 1617484"/>
              <a:gd name="connsiteY4" fmla="*/ 124404 h 1573676"/>
              <a:gd name="connsiteX5" fmla="*/ 808742 w 1617484"/>
              <a:gd name="connsiteY5" fmla="*/ 0 h 1573676"/>
              <a:gd name="connsiteX6" fmla="*/ 1617484 w 1617484"/>
              <a:gd name="connsiteY6" fmla="*/ 786838 h 1573676"/>
              <a:gd name="connsiteX7" fmla="*/ 808742 w 1617484"/>
              <a:gd name="connsiteY7" fmla="*/ 1573676 h 1573676"/>
              <a:gd name="connsiteX8" fmla="*/ 0 w 1617484"/>
              <a:gd name="connsiteY8" fmla="*/ 786838 h 1573676"/>
              <a:gd name="connsiteX9" fmla="*/ 808742 w 1617484"/>
              <a:gd name="connsiteY9" fmla="*/ 0 h 157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7484" h="1573676">
                <a:moveTo>
                  <a:pt x="808741" y="124404"/>
                </a:moveTo>
                <a:cubicBezTo>
                  <a:pt x="432705" y="124404"/>
                  <a:pt x="127867" y="420986"/>
                  <a:pt x="127867" y="786838"/>
                </a:cubicBezTo>
                <a:cubicBezTo>
                  <a:pt x="127867" y="1152690"/>
                  <a:pt x="432705" y="1449272"/>
                  <a:pt x="808741" y="1449272"/>
                </a:cubicBezTo>
                <a:cubicBezTo>
                  <a:pt x="1184777" y="1449272"/>
                  <a:pt x="1489615" y="1152690"/>
                  <a:pt x="1489615" y="786838"/>
                </a:cubicBezTo>
                <a:cubicBezTo>
                  <a:pt x="1489615" y="420986"/>
                  <a:pt x="1184777" y="124404"/>
                  <a:pt x="808741" y="124404"/>
                </a:cubicBezTo>
                <a:close/>
                <a:moveTo>
                  <a:pt x="808742" y="0"/>
                </a:moveTo>
                <a:cubicBezTo>
                  <a:pt x="1255398" y="0"/>
                  <a:pt x="1617484" y="352279"/>
                  <a:pt x="1617484" y="786838"/>
                </a:cubicBezTo>
                <a:cubicBezTo>
                  <a:pt x="1617484" y="1221397"/>
                  <a:pt x="1255398" y="1573676"/>
                  <a:pt x="808742" y="1573676"/>
                </a:cubicBezTo>
                <a:cubicBezTo>
                  <a:pt x="362086" y="1573676"/>
                  <a:pt x="0" y="1221397"/>
                  <a:pt x="0" y="786838"/>
                </a:cubicBezTo>
                <a:cubicBezTo>
                  <a:pt x="0" y="352279"/>
                  <a:pt x="362086" y="0"/>
                  <a:pt x="80874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25" name="ZoneTexte 24">
            <a:extLst>
              <a:ext uri="{FF2B5EF4-FFF2-40B4-BE49-F238E27FC236}">
                <a16:creationId xmlns:a16="http://schemas.microsoft.com/office/drawing/2014/main" id="{5BE4D944-9E6D-76BD-2692-E1A6EA8B1EA4}"/>
              </a:ext>
            </a:extLst>
          </p:cNvPr>
          <p:cNvSpPr txBox="1"/>
          <p:nvPr/>
        </p:nvSpPr>
        <p:spPr>
          <a:xfrm>
            <a:off x="10520007" y="2981649"/>
            <a:ext cx="142738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00E0CB"/>
                </a:solidFill>
                <a:effectLst/>
                <a:uLnTx/>
                <a:uFillTx/>
                <a:latin typeface="Calibri" panose="020F0502020204030204" pitchFamily="34" charset="0"/>
                <a:ea typeface="Calibri" panose="020F0502020204030204" pitchFamily="34" charset="0"/>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mn-cs"/>
              </a:rPr>
              <a:t>as 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00E0CB"/>
                </a:solidFill>
                <a:effectLst/>
                <a:uLnTx/>
                <a:uFillTx/>
                <a:latin typeface="Calibri" panose="020F0502020204030204" pitchFamily="34" charset="0"/>
                <a:ea typeface="Calibri" panose="020F0502020204030204" pitchFamily="34" charset="0"/>
                <a:cs typeface="+mn-cs"/>
              </a:rPr>
              <a:t> Product</a:t>
            </a:r>
            <a:endParaRPr kumimoji="0" lang="en-CA" sz="1200" b="0" i="0" u="none" strike="noStrike" kern="1200" cap="none" spc="0" normalizeH="0" baseline="0" noProof="0">
              <a:ln>
                <a:noFill/>
              </a:ln>
              <a:solidFill>
                <a:srgbClr val="FFFFFF"/>
              </a:solidFill>
              <a:effectLst/>
              <a:uLnTx/>
              <a:uFillTx/>
              <a:latin typeface="Ubuntu"/>
              <a:ea typeface="+mn-ea"/>
              <a:cs typeface="+mn-cs"/>
            </a:endParaRPr>
          </a:p>
        </p:txBody>
      </p:sp>
      <p:sp>
        <p:nvSpPr>
          <p:cNvPr id="26" name="ZoneTexte 25">
            <a:extLst>
              <a:ext uri="{FF2B5EF4-FFF2-40B4-BE49-F238E27FC236}">
                <a16:creationId xmlns:a16="http://schemas.microsoft.com/office/drawing/2014/main" id="{F10DC0ED-B685-9221-4C72-DDD3ABEE4682}"/>
              </a:ext>
            </a:extLst>
          </p:cNvPr>
          <p:cNvSpPr txBox="1"/>
          <p:nvPr/>
        </p:nvSpPr>
        <p:spPr>
          <a:xfrm>
            <a:off x="10693308" y="4683240"/>
            <a:ext cx="1134378" cy="8771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300" b="1" i="0" u="none" strike="noStrike" kern="1200" cap="none" spc="0" normalizeH="0" baseline="0" noProof="0">
                <a:ln>
                  <a:noFill/>
                </a:ln>
                <a:solidFill>
                  <a:srgbClr val="00E0CB"/>
                </a:solidFill>
                <a:effectLst/>
                <a:uLnTx/>
                <a:uFillTx/>
                <a:latin typeface="Ubuntu" panose="020B0504030602030204" pitchFamily="34" charset="0"/>
                <a:ea typeface="Calibri" panose="020F0502020204030204" pitchFamily="34" charset="0"/>
                <a:cs typeface="+mn-cs"/>
              </a:rPr>
              <a:t>Self-Serve</a:t>
            </a:r>
            <a:r>
              <a:rPr kumimoji="0" lang="fr-FR" sz="1200" b="1" i="0" u="none" strike="noStrike" kern="1200" cap="none" spc="0" normalizeH="0" baseline="0" noProof="0">
                <a:ln>
                  <a:noFill/>
                </a:ln>
                <a:solidFill>
                  <a:srgbClr val="00E0CB"/>
                </a:solidFill>
                <a:effectLst/>
                <a:uLnTx/>
                <a:uFillTx/>
                <a:latin typeface="Ubuntu" panose="020B0504030602030204" pitchFamily="34" charset="0"/>
                <a:ea typeface="Calibri" panose="020F0502020204030204" pitchFamily="34" charset="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mn-cs"/>
              </a:rPr>
              <a:t>data infra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mn-cs"/>
              </a:rPr>
              <a:t>as a</a:t>
            </a:r>
            <a:br>
              <a:rPr kumimoji="0" lang="fr-FR" sz="12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mn-cs"/>
              </a:rPr>
            </a:br>
            <a:r>
              <a:rPr kumimoji="0" lang="fr-FR" sz="1400" b="1" i="0" u="none" strike="noStrike" kern="1200" cap="none" spc="0" normalizeH="0" baseline="0" noProof="0">
                <a:ln>
                  <a:noFill/>
                </a:ln>
                <a:solidFill>
                  <a:srgbClr val="00E0CB"/>
                </a:solidFill>
                <a:effectLst/>
                <a:uLnTx/>
                <a:uFillTx/>
                <a:latin typeface="Ubuntu" panose="020B0504030602030204" pitchFamily="34" charset="0"/>
                <a:ea typeface="Calibri" panose="020F0502020204030204" pitchFamily="34" charset="0"/>
                <a:cs typeface="+mn-cs"/>
              </a:rPr>
              <a:t>Platform</a:t>
            </a:r>
            <a:endParaRPr kumimoji="0" lang="en-CA" sz="1400" b="1" i="0" u="none" strike="noStrike" kern="1200" cap="none" spc="0" normalizeH="0" baseline="0" noProof="0">
              <a:ln>
                <a:noFill/>
              </a:ln>
              <a:solidFill>
                <a:srgbClr val="00E0CB"/>
              </a:solidFill>
              <a:effectLst/>
              <a:uLnTx/>
              <a:uFillTx/>
              <a:latin typeface="Ubuntu" panose="020B0504030602030204" pitchFamily="34" charset="0"/>
              <a:ea typeface="+mn-ea"/>
              <a:cs typeface="+mn-cs"/>
            </a:endParaRPr>
          </a:p>
        </p:txBody>
      </p:sp>
    </p:spTree>
    <p:extLst>
      <p:ext uri="{BB962C8B-B14F-4D97-AF65-F5344CB8AC3E}">
        <p14:creationId xmlns:p14="http://schemas.microsoft.com/office/powerpoint/2010/main" val="278278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_MasterTemplate.potx  -  Read-Only" id="{158A7A1A-561A-4E14-A668-DCF04BFBC47E}" vid="{8EFEF2A1-4E5F-40B7-A7DA-8494B7B1222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E40D4F4A0932458148F2EE4554398F" ma:contentTypeVersion="10" ma:contentTypeDescription="Create a new document." ma:contentTypeScope="" ma:versionID="9ce02c300b86468aa56751c520d6065f">
  <xsd:schema xmlns:xsd="http://www.w3.org/2001/XMLSchema" xmlns:xs="http://www.w3.org/2001/XMLSchema" xmlns:p="http://schemas.microsoft.com/office/2006/metadata/properties" xmlns:ns2="01f0f7ee-f684-4e26-a0d2-17faba2c68b6" xmlns:ns3="ea80da5f-382a-40a8-87a6-189fd5a119d0" targetNamespace="http://schemas.microsoft.com/office/2006/metadata/properties" ma:root="true" ma:fieldsID="0d9a9108cf3fa9a6322ec1bd3b7f2593" ns2:_="" ns3:_="">
    <xsd:import namespace="01f0f7ee-f684-4e26-a0d2-17faba2c68b6"/>
    <xsd:import namespace="ea80da5f-382a-40a8-87a6-189fd5a119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f0f7ee-f684-4e26-a0d2-17faba2c68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80da5f-382a-40a8-87a6-189fd5a119d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3984152d-0bac-4b85-81c4-50dcbe674d89}" ma:internalName="TaxCatchAll" ma:showField="CatchAllData" ma:web="ea80da5f-382a-40a8-87a6-189fd5a119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a80da5f-382a-40a8-87a6-189fd5a119d0" xsi:nil="true"/>
    <lcf76f155ced4ddcb4097134ff3c332f xmlns="01f0f7ee-f684-4e26-a0d2-17faba2c68b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C6A95F-7C63-4B60-9BC1-5B6CDC225EFE}">
  <ds:schemaRefs>
    <ds:schemaRef ds:uri="http://schemas.microsoft.com/sharepoint/v3/contenttype/forms"/>
  </ds:schemaRefs>
</ds:datastoreItem>
</file>

<file path=customXml/itemProps2.xml><?xml version="1.0" encoding="utf-8"?>
<ds:datastoreItem xmlns:ds="http://schemas.openxmlformats.org/officeDocument/2006/customXml" ds:itemID="{36439ACD-BA8C-4432-9FC9-5FEE6F5DBD04}"/>
</file>

<file path=customXml/itemProps3.xml><?xml version="1.0" encoding="utf-8"?>
<ds:datastoreItem xmlns:ds="http://schemas.openxmlformats.org/officeDocument/2006/customXml" ds:itemID="{DF0266AB-72CA-4BB2-90B1-4D710D18C527}">
  <ds:schemaRefs>
    <ds:schemaRef ds:uri="http://purl.org/dc/term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schemas.microsoft.com/office/infopath/2007/PartnerControls"/>
    <ds:schemaRef ds:uri="9f3d6bda-04fe-4fb9-aaf6-eb1f56c6690b"/>
    <ds:schemaRef ds:uri="9d3035db-317e-48c6-8bed-3a186f5b1187"/>
    <ds:schemaRef ds:uri="http://www.w3.org/XML/1998/namespace"/>
    <ds:schemaRef ds:uri="http://purl.org/dc/dcmitype/"/>
    <ds:schemaRef ds:uri="ea80da5f-382a-40a8-87a6-189fd5a119d0"/>
    <ds:schemaRef ds:uri="01f0f7ee-f684-4e26-a0d2-17faba2c68b6"/>
  </ds:schemaRefs>
</ds:datastoreItem>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TotalTime>
  <Words>286</Words>
  <Application>Microsoft Office PowerPoint</Application>
  <PresentationFormat>Grand écran</PresentationFormat>
  <Paragraphs>32</Paragraphs>
  <Slides>1</Slides>
  <Notes>1</Notes>
  <HiddenSlides>0</HiddenSlides>
  <MMClips>0</MMClips>
  <ScaleCrop>false</ScaleCrop>
  <HeadingPairs>
    <vt:vector size="4" baseType="variant">
      <vt:variant>
        <vt:lpstr>Thème</vt:lpstr>
      </vt:variant>
      <vt:variant>
        <vt:i4>1</vt:i4>
      </vt:variant>
      <vt:variant>
        <vt:lpstr>Titres des diapositives</vt:lpstr>
      </vt:variant>
      <vt:variant>
        <vt:i4>1</vt:i4>
      </vt:variant>
    </vt:vector>
  </HeadingPairs>
  <TitlesOfParts>
    <vt:vector size="2" baseType="lpstr">
      <vt:lpstr>Capgemini Master 2021</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SALAH, Imene</dc:creator>
  <cp:lastModifiedBy>MESSADI, Karima</cp:lastModifiedBy>
  <cp:revision>2</cp:revision>
  <dcterms:created xsi:type="dcterms:W3CDTF">2024-12-18T16:43:01Z</dcterms:created>
  <dcterms:modified xsi:type="dcterms:W3CDTF">2026-04-15T15:46:02Z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0x010100BDE40D4F4A0932458148F2EE4554398F</vt:lpwstr>
  </property>
  <property fmtid="{D5CDD505-2E9C-101B-9397-08002B2CF9AE}" pid="3" name="MediaServiceImageTags">
    <vt:lpwstr/>
  </property>
</Properties>
</file>