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0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333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auditeur passe l'essentiel de son temps en préparation et rédaction, et trop peu sur le terrain. BV·Inspect inverse ce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 connaît son métier mieux que personne. Mais entre deux audits, il perd le lien : ce qu'il a vu l'an dernier, les récurrences, le contexte du site. Et il passe ses soirées à rédiger.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temps, un seul outil. RATP dépose ses documents, l'IA prépare le terrain. Marc parle, l'IA structure. Et le rapport est prêt avant qu'il ne quitte le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Laissez-moi vous montrer une journée de Marc. (Bascule vers la démo live.)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outils du marché utilisent des grilles figées. Ici, l'IA lit le constat dans son histoire — le site, la clause, les audits passés — et chaque réponse est sourcée.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Concrètement : des heures rendues au terrain chaque année, et surtout une expertise qui ne se perd plus entre deux missions. Le chiffre de 24 000 h est un ordre de grandeur à confirmer avec le référent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profils complémentaires, une conviction : la valeur d'un auditeur est sur le terrain. BV·Inspect l'y ramène. Merci.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029200" cy="5029200"/>
          </a:xfrm>
          <a:prstGeom prst="ellipse">
            <a:avLst/>
          </a:prstGeom>
          <a:solidFill>
            <a:srgbClr val="1038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94360" y="996696"/>
            <a:ext cx="146304" cy="1463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32104" y="9052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BV·INSPECT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7040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90 % de paperasse.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10 % de terrain.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a inversé ça.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94360" y="45262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copilote des auditeurs terrain — assiste avant, pendant et après la mission, sans jamais décider à la place de l'auditeur.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0" y="1417320"/>
            <a:ext cx="1280160" cy="28529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412480" y="4270248"/>
            <a:ext cx="1280160" cy="8046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321040" y="264261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paperasse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0" y="447141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21040" y="51846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FB2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424160" y="1417320"/>
            <a:ext cx="1280160" cy="10241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0424160" y="2441448"/>
            <a:ext cx="1280160" cy="26334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0332720" y="172821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paperasse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32720" y="355701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332720" y="51846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FB2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APRÈS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640080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F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Resonance</a:t>
            </a:r>
            <a:r>
              <a:rPr lang="en-US" sz="950" dirty="0">
                <a:solidFill>
                  <a:srgbClr val="9F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UC 28 Inspection Augmentée   ·   Hackathon Capgemini × Anthropic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8521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32104" y="49377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PROBLÈME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L'expertise de l'auditeur est noyée sous l'administratif.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749040" cy="3657600"/>
          </a:xfrm>
          <a:prstGeom prst="rect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901952" y="2606040"/>
            <a:ext cx="1133856" cy="113385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901952" y="260604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2C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3931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 Lefèvre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4297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Auditeur qualité — Bureau Veritas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846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ISO 9001 sur sites de maintenance RATP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 son métier — mais perd le fil entre deux missions.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00600" y="2194560"/>
            <a:ext cx="6793992" cy="1078992"/>
          </a:xfrm>
          <a:prstGeom prst="rect">
            <a:avLst/>
          </a:prstGeom>
          <a:solidFill>
            <a:srgbClr val="F1F6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800600" y="2194560"/>
            <a:ext cx="82296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056632" y="2395728"/>
            <a:ext cx="676656" cy="676656"/>
          </a:xfrm>
          <a:prstGeom prst="ellipse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329" y="2578425"/>
            <a:ext cx="311262" cy="31126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340864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Préparation longue et hétérogène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43600" y="2724912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temps de préparation varie fortement d'un auditeur à l'autre.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800600" y="3456432"/>
            <a:ext cx="6793992" cy="1078992"/>
          </a:xfrm>
          <a:prstGeom prst="rect">
            <a:avLst/>
          </a:prstGeom>
          <a:solidFill>
            <a:srgbClr val="F1F6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4800600" y="3456432"/>
            <a:ext cx="82296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5056632" y="3657600"/>
            <a:ext cx="676656" cy="676656"/>
          </a:xfrm>
          <a:prstGeom prst="ellipse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329" y="3840297"/>
            <a:ext cx="311262" cy="31126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943600" y="3602736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Rapports chronophages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5943600" y="3986784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rédaction se fait souvent après coup, le soir, hors du site.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4800600" y="4718304"/>
            <a:ext cx="6793992" cy="1078992"/>
          </a:xfrm>
          <a:prstGeom prst="rect">
            <a:avLst/>
          </a:prstGeom>
          <a:solidFill>
            <a:srgbClr val="F1F6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4800600" y="4718304"/>
            <a:ext cx="82296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5056632" y="4919472"/>
            <a:ext cx="676656" cy="676656"/>
          </a:xfrm>
          <a:prstGeom prst="ellipse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329" y="5102169"/>
            <a:ext cx="311262" cy="31126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943600" y="4864608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Historique sous-exploité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5943600" y="5248656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récurrences d'un audit à l'autre passent inaperçues.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594360" y="640080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Resonance</a:t>
            </a:r>
            <a:r>
              <a:rPr lang="en-US" sz="9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UC 28 Inspection Augmentée   ·   Hackathon Capgemini × Anthropic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85216"/>
            <a:ext cx="146304" cy="1463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32104" y="49377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Préparer, inspecter, restituer — sans jamais décider à sa place.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337560" cy="3200400"/>
          </a:xfrm>
          <a:prstGeom prst="rect">
            <a:avLst/>
          </a:prstGeom>
          <a:solidFill>
            <a:srgbClr val="F1F6F7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3337560" cy="109728"/>
          </a:xfrm>
          <a:prstGeom prst="rect">
            <a:avLst/>
          </a:prstGeom>
          <a:solidFill>
            <a:srgbClr val="0F8C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760220" y="2606040"/>
            <a:ext cx="1005840" cy="1005840"/>
          </a:xfrm>
          <a:prstGeom prst="ellipse">
            <a:avLst/>
          </a:prstGeom>
          <a:solidFill>
            <a:srgbClr val="0F8C8C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797" y="2877617"/>
            <a:ext cx="462686" cy="462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749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Préparer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42062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contextuel et documents fournisseur pré-analysés par l'IA.</a:t>
            </a:r>
            <a:endParaRPr lang="en-US" sz="13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216" y="3584448"/>
            <a:ext cx="329184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25696" y="2148840"/>
            <a:ext cx="3337560" cy="3200400"/>
          </a:xfrm>
          <a:prstGeom prst="rect">
            <a:avLst/>
          </a:prstGeom>
          <a:solidFill>
            <a:srgbClr val="F1F6F7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4425696" y="2148840"/>
            <a:ext cx="3337560" cy="1097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5591556" y="2606040"/>
            <a:ext cx="1005840" cy="1005840"/>
          </a:xfrm>
          <a:prstGeom prst="ellipse">
            <a:avLst/>
          </a:prstGeom>
          <a:solidFill>
            <a:srgbClr val="10B981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3133" y="2877617"/>
            <a:ext cx="462686" cy="4626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25696" y="3749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Inspecter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4745736" y="42062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vocale, analyse ISO en temps réel, détection de récurrence.</a:t>
            </a:r>
            <a:endParaRPr lang="en-US" sz="13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584448"/>
            <a:ext cx="329184" cy="32918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257032" y="2148840"/>
            <a:ext cx="3337560" cy="3200400"/>
          </a:xfrm>
          <a:prstGeom prst="rect">
            <a:avLst/>
          </a:prstGeom>
          <a:solidFill>
            <a:srgbClr val="F1F6F7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8257032" y="2148840"/>
            <a:ext cx="3337560" cy="109728"/>
          </a:xfrm>
          <a:prstGeom prst="rect">
            <a:avLst/>
          </a:prstGeom>
          <a:solidFill>
            <a:srgbClr val="0F2C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9422892" y="2606040"/>
            <a:ext cx="1005840" cy="1005840"/>
          </a:xfrm>
          <a:prstGeom prst="ellipse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4469" y="2877617"/>
            <a:ext cx="462686" cy="46268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57032" y="3749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Restituer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8577072" y="42062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et grille de conformité générés sur place.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594360" y="571500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biface : </a:t>
            </a:r>
            <a:r>
              <a:rPr lang="en-US" sz="13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Veritas audite, RATP dépose ses documents en amont.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594360" y="640080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Resonance</a:t>
            </a:r>
            <a:r>
              <a:rPr lang="en-US" sz="9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UC 28 Inspection Augmentée   ·   Hackathon Capgemini × Anthropic 2026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3749040"/>
            <a:ext cx="4754880" cy="4754880"/>
          </a:xfrm>
          <a:prstGeom prst="ellipse">
            <a:avLst/>
          </a:prstGeom>
          <a:solidFill>
            <a:srgbClr val="1038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54396" y="1600200"/>
            <a:ext cx="1280160" cy="1280160"/>
          </a:xfrm>
          <a:prstGeom prst="ellipse">
            <a:avLst/>
          </a:prstGeom>
          <a:solidFill>
            <a:srgbClr val="10B981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039" y="1945843"/>
            <a:ext cx="588874" cy="5888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0632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371600" y="39776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journée de Marc Lefèvre — portail fournisseur · brief · constat étalonnage · NC majeure §7.1.5 · rapport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47091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   ·   thème Agile Diagrams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85216"/>
            <a:ext cx="146304" cy="1463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32104" y="49377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L'IA REND POSSIBLE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 un template de plus : une IA qui comprend le constat dans son contexte.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5317236" cy="1783080"/>
          </a:xfrm>
          <a:prstGeom prst="rect">
            <a:avLst/>
          </a:prstGeom>
          <a:solidFill>
            <a:srgbClr val="F1F6F7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68680" y="2537460"/>
            <a:ext cx="914400" cy="914400"/>
          </a:xfrm>
          <a:prstGeom prst="ellipse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78434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395728"/>
            <a:ext cx="3762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ISO contextuelle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65960" y="2852928"/>
            <a:ext cx="3762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Clause, criticité et actions — sourcées par le corpus normatif (RAG).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77356" y="2103120"/>
            <a:ext cx="5317236" cy="1783080"/>
          </a:xfrm>
          <a:prstGeom prst="rect">
            <a:avLst/>
          </a:prstGeom>
          <a:solidFill>
            <a:srgbClr val="F1F6F7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6551676" y="2537460"/>
            <a:ext cx="914400" cy="914400"/>
          </a:xfrm>
          <a:prstGeom prst="ellipse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564" y="278434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48956" y="2395728"/>
            <a:ext cx="3762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Détection de récurrence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648956" y="2852928"/>
            <a:ext cx="3762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 chaque constat à l'historique du site audité.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94360" y="4160520"/>
            <a:ext cx="5317236" cy="1783080"/>
          </a:xfrm>
          <a:prstGeom prst="rect">
            <a:avLst/>
          </a:prstGeom>
          <a:solidFill>
            <a:srgbClr val="F1F6F7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868680" y="4594860"/>
            <a:ext cx="914400" cy="914400"/>
          </a:xfrm>
          <a:prstGeom prst="ellipse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84174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65960" y="4453128"/>
            <a:ext cx="3762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Zéro saisie clavier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965960" y="4910328"/>
            <a:ext cx="3762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Voix et tap sur le terrain : le rapport se construit pendant l'audit.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77356" y="4160520"/>
            <a:ext cx="5317236" cy="1783080"/>
          </a:xfrm>
          <a:prstGeom prst="rect">
            <a:avLst/>
          </a:prstGeom>
          <a:solidFill>
            <a:srgbClr val="F1F6F7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6551676" y="4594860"/>
            <a:ext cx="914400" cy="914400"/>
          </a:xfrm>
          <a:prstGeom prst="ellipse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564" y="4841748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48956" y="4453128"/>
            <a:ext cx="3762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Pré-analyse documentaire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648956" y="4910328"/>
            <a:ext cx="3762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documents du fournisseur sont lus avant la venue de l'auditeur.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94360" y="640080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Resonance</a:t>
            </a:r>
            <a:r>
              <a:rPr lang="en-US" sz="9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UC 28 Inspection Augmentée   ·   Hackathon Capgemini × Anthropic 2026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85216"/>
            <a:ext cx="146304" cy="1463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32104" y="49377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&amp; DIFFÉRENCIANTS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 temps rendu au terrain, une expertise enfin capitalisée.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4023360" cy="3154680"/>
          </a:xfrm>
          <a:prstGeom prst="rect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24 000 h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3703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 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160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B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potentiel adressable côté Bureau Veritas — temps de préparation et de restitution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74920" y="222199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7492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C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0" y="2148840"/>
            <a:ext cx="5879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contextuelle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715000" y="2532888"/>
            <a:ext cx="5879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 est analysé dans son contexte, pas via un template figé.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74920" y="33375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749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C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3264408"/>
            <a:ext cx="5879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Corpus normatif embarqué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715000" y="3648456"/>
            <a:ext cx="5879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RAG ISO 9001 source chaque clause — pas une base de règles figée.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74920" y="445312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7492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C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0" y="4379976"/>
            <a:ext cx="5879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Zéro saisie terrain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715000" y="4764024"/>
            <a:ext cx="5879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Voix + tap ; le rapport se construit pendant l'audit.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580644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 grandeur (~30 auditeurs × ~4 h × ~200 audits) — à confirmer avec le référent BU avant le jury.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640080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Resonance</a:t>
            </a:r>
            <a:r>
              <a:rPr lang="en-US" sz="9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UC 28 Inspection Augmentée   ·   Hackathon Capgemini × Anthropic 2026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114800"/>
            <a:ext cx="5029200" cy="5029200"/>
          </a:xfrm>
          <a:prstGeom prst="ellipse">
            <a:avLst/>
          </a:prstGeom>
          <a:solidFill>
            <a:srgbClr val="1038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146304" cy="1463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32104" y="6309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L'ÉQUIPE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Resonance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3337560" cy="2286000"/>
          </a:xfrm>
          <a:prstGeom prst="rect">
            <a:avLst/>
          </a:prstGeom>
          <a:solidFill>
            <a:srgbClr val="10384A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760220" y="2240280"/>
            <a:ext cx="1005840" cy="10058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76022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C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Habib Koffi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94360" y="37673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25696" y="1920240"/>
            <a:ext cx="3337560" cy="2286000"/>
          </a:xfrm>
          <a:prstGeom prst="rect">
            <a:avLst/>
          </a:prstGeom>
          <a:solidFill>
            <a:srgbClr val="10384A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591556" y="2240280"/>
            <a:ext cx="1005840" cy="10058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591556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C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VP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08576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Véronique Poilane Zhang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425696" y="37673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57032" y="1920240"/>
            <a:ext cx="3337560" cy="2286000"/>
          </a:xfrm>
          <a:prstGeom prst="rect">
            <a:avLst/>
          </a:prstGeom>
          <a:solidFill>
            <a:srgbClr val="10384A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9422892" y="2240280"/>
            <a:ext cx="1005840" cy="10058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422892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C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PG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439912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Philippe Gragnic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257032" y="37673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démo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4754880"/>
            <a:ext cx="11000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ratio 90/10 est inversé.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94360" y="53492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Rendons le terrain aux auditeurs.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4360" y="640080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F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Resonance</a:t>
            </a:r>
            <a:r>
              <a:rPr lang="en-US" sz="950" dirty="0">
                <a:solidFill>
                  <a:srgbClr val="9F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UC 28 Inspection Augmentée   ·   Hackathon Capgemini × Anthropic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b5d96ea-ab39-44a0-a6d6-b6f0aac5958b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745</Words>
  <Application>Microsoft Office PowerPoint</Application>
  <PresentationFormat>Grand écran</PresentationFormat>
  <Paragraphs>94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BV·Inspect — UC 28 Inspection Augmentée</dc:title>
  <dc:subject>PptxGenJS Presentation</dc:subject>
  <dc:creator>Code Resonance</dc:creator>
  <cp:lastModifiedBy>GRAGNIC, Philippe</cp:lastModifiedBy>
  <cp:revision>1</cp:revision>
  <dcterms:created xsi:type="dcterms:W3CDTF">2026-06-04T12:50:56Z</dcterms:created>
  <dcterms:modified xsi:type="dcterms:W3CDTF">2026-06-04T13:05:43Z</dcterms:modified>
</cp:coreProperties>
</file>