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Il est 21 heures.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CD9ED"/>
                </a:solidFill>
              </a:rPr>
              <a:t>Marc a terminé son audit à 16 heures.
Et il est encore devant son écran.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108960"/>
            <a:ext cx="4480560" cy="96012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3182112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90 % paperasse · 10 % terrain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59669"/>
                </a:solidFill>
              </a:rPr>
              <a:t>Nous, on a inversé ce ratio.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UC 28 — Inspection Augmentée · Code Resonance · Hackathon Capgemini × Anthropic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LE CADRE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Équipe · Modèle · Enjeu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0AD"/>
                </a:solidFill>
              </a:rPr>
              <a:t>Code Resonance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·  Habib KOFFI — Agent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·  Véronique POILANE ZHANG — UI/UX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·  Philippe GRAGNIC — Data &amp; démo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91640"/>
            <a:ext cx="7132320" cy="1325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55648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AD"/>
                </a:solidFill>
              </a:rPr>
              <a:t>Modèle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21408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Bureau Veritas  achète  →  audite  RATP  et  Apave
Une plateforme, deux faces — un seul moteur d'IA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Les 5 douleurs adressées (CDC officiel)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1.  Expertise rare et difficile à transmettre entre inspecteurs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2.  Préparation longue et hétérogène selon les auditeurs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3.  Historique des NC sous-exploité sur le terrain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4.  Constats parfois subjectifs ou incomplets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5.  Rédaction des rapports chronophage (soirées entières)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ACTE I — AVANT L'AUDIT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Le Brief — préparation en 30 secondes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CD9ED"/>
                </a:solidFill>
              </a:rPr>
              <a:t>Marc n'a pas encore quitté son bureau. Son brief est déjà prêt.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0AD"/>
                </a:solidFill>
              </a:rPr>
              <a:t>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00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0AD"/>
                </a:solidFill>
              </a:rPr>
              <a:t>CLIENT
RATP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0AD"/>
                </a:solidFill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600200"/>
            <a:ext cx="1371600" cy="45720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BRIEF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54864" cy="201168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3957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AD"/>
                </a:solidFill>
              </a:rPr>
              <a:t>Contexte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78892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Atelier Sucy-en-Brie — RER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09981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218 personnes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41071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Rames MI09 · 2 h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2860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2286000"/>
            <a:ext cx="54864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23957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Alerte historique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278892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NC mineure §7.1.5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309981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Ouverte : nov.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41071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Non clôturée → priorité S2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2860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286000"/>
            <a:ext cx="54864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3957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Check-list auto-générée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278892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5 sources : référentiel, scope,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309981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contexte site, historique NC,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341071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docs fournisseur pré-analysés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17720"/>
            <a:ext cx="112471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5429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  Douleur 1 &amp; 2 : historique exploité · prépa standardisée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Marc retire les items non pertinents (×) · ajoute ses propres points (badge Auditeur) · les alertes RATP remontent depuis le portail fournisseur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ACTE II — PENDANT L'AUDIT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Le Terrain — diagnostic en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CD9ED"/>
                </a:solidFill>
              </a:rPr>
              <a:t>Marc est sur site. Un seul clic déclenche trois actions simultanées.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3566160" cy="3291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AD"/>
                </a:solidFill>
              </a:rPr>
              <a:t>1. CHECK-LIST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Sélection §7.1.5 Étalonnage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→ suggestions générées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25496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→ questions oui/non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63824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→ articles ISO mis à jour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0215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840480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Micro 🎤 · Photo 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178808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Manuscrit ✍ (stylet)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691640"/>
            <a:ext cx="3566160" cy="3291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AD"/>
                </a:solidFill>
              </a:rPr>
              <a:t>2. DIAGNOSTIC 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48840"/>
            <a:ext cx="356616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NC MAJEURE · §7.1.5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Contexte : Sucy, MI09, NC nov.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90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Action corrective : étalonnage COFRAC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438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Action préventive : planning 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7856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🔁 Récidive détectée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330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Clause sourcée · verbatim à l'écran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691640"/>
            <a:ext cx="3566160" cy="3291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</a:rPr>
              <a:t>3. CAPITALISATION BV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48840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Bouton Confirmer → expertise validée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87168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Bouton Corriger → donnée d'apprentissage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25496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163824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23 ans de terrain de Marc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50215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→ capturés, réutilisables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840480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·  → transmis à toute l'équipe BV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120640"/>
            <a:ext cx="11247120" cy="438912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5721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  Douleurs 3, 4 &amp; 5 : objectivité · historique · expertise capitalisée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875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L'IA est explicable : chaque diagnostic est sourcé par clause ISO. Articles verbatim accessibles au survol — exigence réglementaire du CDC.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ACTE III — APRÈS L'AUDIT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Le Rapport — sur place, immédiatement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CD9ED"/>
                </a:solidFill>
              </a:rPr>
              <a:t>Marc clique Rapport. Il ne rentrera pas avec une soirée de rédaction.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4864" cy="23774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029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AD"/>
                </a:solidFill>
              </a:rPr>
              <a:t>Rapport instantané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2316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Synthèse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340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Plan d'actions + délais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4495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Responsables identifiés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92024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920240"/>
            <a:ext cx="54864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029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Grille de conformité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42316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Score global calculé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7340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Barres ISO par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04495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Rouge &lt; 50 % — §7.1.5 alerte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2024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920240"/>
            <a:ext cx="54864" cy="23774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029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AD"/>
                </a:solidFill>
              </a:rPr>
              <a:t>Contrôle auditeur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42316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Modification en ligne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7340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Anonymisation RGPD 1 clic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04495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Export Word .docx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92024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920240"/>
            <a:ext cx="54864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2029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</a:rPr>
              <a:t>Signature contradictoire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42316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Canvas manuscrit (tablette)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7340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Karim signe sur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304495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Rapport tracé &amp; validé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11247120" cy="5943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45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"Le rapport est généré. Immédiatement. Sur place. Pas ce soir — maintenant."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12471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38581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  Douleur 5 réglée : rédaction éliminée · Marc quitte le site avec le travail terminé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CLÔTURE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Les 5 valeurs livrées — conformes au cahier des charges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65836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0AD"/>
                </a:solidFill>
              </a:rPr>
              <a:t>Standardisation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Chaque auditeur BV part avec la même check-list générée par l'IA.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87752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87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</a:rPr>
              <a:t>Gain de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07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Brief en 30 s. Rapport sur place. Le 90/10 est inversé.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83864"/>
            <a:ext cx="73152" cy="65836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838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0AD"/>
                </a:solidFill>
              </a:rPr>
              <a:t>Respect des normes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ISO 9001:2015 indexé par RAG — articles verbatim à l'écran.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79976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79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</a:rPr>
              <a:t>Capitalisation expertise BV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000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Confirmer / Corriger : l'expérience terrain devient réutilisable.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76088"/>
            <a:ext cx="73152" cy="658368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276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0AD"/>
                </a:solidFill>
              </a:rPr>
              <a:t>Qualité · Traçabilité · Explicabilité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5961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Tout est daté, sourcé par clause, signé contradictoirement.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362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On a commencé à 21 h, Marc devant son écran. Désormais, à 16 h, il a fini.  ·  Le 90 / 10 est inversé.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[BONUS] LA PLATEFORME À DEUX 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Portail fournisseur — Mei Lin Zhang côté RATP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CD9ED"/>
                </a:solidFill>
              </a:rPr>
              <a:t>BV achète la solution · RATP &amp; Apave en sont les bénéficiaires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Une seule IA — deux usages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4864" cy="2011680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8716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AD"/>
                </a:solidFill>
              </a:rPr>
              <a:t>Côté auditeur BV — Marc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8036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Check-list alertes RATP intégrées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9125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Diagnostic Claude contextualisé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02152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Rapport sur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70AD"/>
                </a:solidFill>
              </a:rPr>
              <a:t>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377440"/>
            <a:ext cx="5120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377440"/>
            <a:ext cx="54864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48716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Côté fournisseur RATP — Mei Lin Zhang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8803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Dépôt de documents (6 catégories)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19125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Analyse Claude → résumé + risques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50215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Alertes remontent dans check-list BV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47120" cy="438912"/>
          </a:xfrm>
          <a:prstGeom prst="rect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001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Le même moteur croise les données des deux côtés — modèle B2B natif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76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Référents MU : JC Formosa (Apave) · Jérôme Fouquet (BV) · Marvin Dufresne (RATP)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Code Resonance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CD9ED"/>
                </a:solidFill>
              </a:rPr>
              <a:t>UC 28 — Inspection Augmentée · Hackathon Capgemini × Anthropic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3474720" cy="2011680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Habib KOFFI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CD9ED"/>
                </a:solidFill>
              </a:rPr>
              <a:t>Agent IA &amp;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habib.koffi@capgemini.com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86000"/>
            <a:ext cx="3474720" cy="2011680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Véronique POILANE ZHANG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CD9ED"/>
                </a:solidFill>
              </a:rPr>
              <a:t>UI/UX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veronique.poilane-zhang-ext@capgemini.com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286000"/>
            <a:ext cx="3474720" cy="2011680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Philippe GRAGNIC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CD9ED"/>
                </a:solidFill>
              </a:rPr>
              <a:t>Data &amp; Démo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philippe.gragnic@capgemini.com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Référent AI Office &amp; GTM : Philippe Larroye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59669"/>
                </a:solidFill>
              </a:rPr>
              <a:t>Merci.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Bureau Veritas · Apave · RATP  —  ISO 9001:2015  —  Claude Opus via GEP Capgemini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